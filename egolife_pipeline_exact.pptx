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0" r:id="rId6"/>
    <p:sldId id="269" r:id="rId7"/>
    <p:sldId id="272" r:id="rId8"/>
    <p:sldId id="271" r:id="rId9"/>
    <p:sldId id="261" r:id="rId10"/>
    <p:sldId id="262" r:id="rId11"/>
    <p:sldId id="263" r:id="rId12"/>
    <p:sldId id="273" r:id="rId13"/>
    <p:sldId id="274" r:id="rId14"/>
    <p:sldId id="275" r:id="rId15"/>
    <p:sldId id="264" r:id="rId16"/>
    <p:sldId id="265" r:id="rId17"/>
    <p:sldId id="276" r:id="rId18"/>
    <p:sldId id="277" r:id="rId19"/>
    <p:sldId id="267" r:id="rId20"/>
    <p:sldId id="281" r:id="rId21"/>
    <p:sldId id="268" r:id="rId22"/>
    <p:sldId id="282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yang Ma" userId="4529aa1443fdd02f" providerId="LiveId" clId="{7DABB8D2-1399-456E-9ABB-ACEBE1E188C6}"/>
    <pc:docChg chg="undo custSel addSld delSld modSld sldOrd">
      <pc:chgData name="Haoyang Ma" userId="4529aa1443fdd02f" providerId="LiveId" clId="{7DABB8D2-1399-456E-9ABB-ACEBE1E188C6}" dt="2026-06-29T22:15:21.823" v="4765" actId="20577"/>
      <pc:docMkLst>
        <pc:docMk/>
      </pc:docMkLst>
      <pc:sldChg chg="delSp modSp mod">
        <pc:chgData name="Haoyang Ma" userId="4529aa1443fdd02f" providerId="LiveId" clId="{7DABB8D2-1399-456E-9ABB-ACEBE1E188C6}" dt="2026-06-29T22:07:11.595" v="4070" actId="20577"/>
        <pc:sldMkLst>
          <pc:docMk/>
          <pc:sldMk cId="1823209347" sldId="256"/>
        </pc:sldMkLst>
        <pc:spChg chg="del mod">
          <ac:chgData name="Haoyang Ma" userId="4529aa1443fdd02f" providerId="LiveId" clId="{7DABB8D2-1399-456E-9ABB-ACEBE1E188C6}" dt="2026-06-29T22:06:59.317" v="4068" actId="478"/>
          <ac:spMkLst>
            <pc:docMk/>
            <pc:sldMk cId="1823209347" sldId="256"/>
            <ac:spMk id="2" creationId="{1A9FB8A4-D892-456B-A568-6A603E29CBA1}"/>
          </ac:spMkLst>
        </pc:spChg>
        <pc:spChg chg="mod">
          <ac:chgData name="Haoyang Ma" userId="4529aa1443fdd02f" providerId="LiveId" clId="{7DABB8D2-1399-456E-9ABB-ACEBE1E188C6}" dt="2026-06-29T22:07:11.595" v="4070" actId="20577"/>
          <ac:spMkLst>
            <pc:docMk/>
            <pc:sldMk cId="1823209347" sldId="256"/>
            <ac:spMk id="4" creationId="{926227D5-E1B1-441F-8B7C-1315564C402A}"/>
          </ac:spMkLst>
        </pc:spChg>
        <pc:spChg chg="del">
          <ac:chgData name="Haoyang Ma" userId="4529aa1443fdd02f" providerId="LiveId" clId="{7DABB8D2-1399-456E-9ABB-ACEBE1E188C6}" dt="2026-06-29T22:07:08.176" v="4069" actId="478"/>
          <ac:spMkLst>
            <pc:docMk/>
            <pc:sldMk cId="1823209347" sldId="256"/>
            <ac:spMk id="5" creationId="{A0AF0FFB-9B63-4403-AD52-26121182B894}"/>
          </ac:spMkLst>
        </pc:spChg>
      </pc:sldChg>
      <pc:sldChg chg="delSp modSp mod">
        <pc:chgData name="Haoyang Ma" userId="4529aa1443fdd02f" providerId="LiveId" clId="{7DABB8D2-1399-456E-9ABB-ACEBE1E188C6}" dt="2026-06-29T19:56:24.056" v="291" actId="1076"/>
        <pc:sldMkLst>
          <pc:docMk/>
          <pc:sldMk cId="808906091" sldId="257"/>
        </pc:sldMkLst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7" creationId="{A74BAD36-69C5-4F2D-BE06-4AE3A9538D66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8" creationId="{C8DABC4D-A061-49DE-97AC-F4FBA0ED5C55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9" creationId="{A3BA5D24-C51A-41AF-8507-3FA57D941FFF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10" creationId="{83539CBD-08F7-4684-9B81-6853DCD51124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11" creationId="{A2924604-6716-487C-BDDB-0F62FEA389B6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12" creationId="{74FA44BC-3955-4D48-BA8D-86D1275307F7}"/>
          </ac:spMkLst>
        </pc:spChg>
        <pc:spChg chg="del mod">
          <ac:chgData name="Haoyang Ma" userId="4529aa1443fdd02f" providerId="LiveId" clId="{7DABB8D2-1399-456E-9ABB-ACEBE1E188C6}" dt="2026-06-29T19:52:36.890" v="161" actId="478"/>
          <ac:spMkLst>
            <pc:docMk/>
            <pc:sldMk cId="808906091" sldId="257"/>
            <ac:spMk id="13" creationId="{1083B4F0-07D0-418A-888D-CA66059F0007}"/>
          </ac:spMkLst>
        </pc:spChg>
        <pc:spChg chg="del">
          <ac:chgData name="Haoyang Ma" userId="4529aa1443fdd02f" providerId="LiveId" clId="{7DABB8D2-1399-456E-9ABB-ACEBE1E188C6}" dt="2026-06-29T19:52:38.340" v="163" actId="478"/>
          <ac:spMkLst>
            <pc:docMk/>
            <pc:sldMk cId="808906091" sldId="257"/>
            <ac:spMk id="14" creationId="{AA8A3ADC-A540-4401-9DCB-3A6B25127402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15" creationId="{377AE8EA-764C-412A-87C0-4BBC30DBF8B2}"/>
          </ac:spMkLst>
        </pc:spChg>
        <pc:spChg chg="del mod">
          <ac:chgData name="Haoyang Ma" userId="4529aa1443fdd02f" providerId="LiveId" clId="{7DABB8D2-1399-456E-9ABB-ACEBE1E188C6}" dt="2026-06-29T19:52:41.422" v="166" actId="478"/>
          <ac:spMkLst>
            <pc:docMk/>
            <pc:sldMk cId="808906091" sldId="257"/>
            <ac:spMk id="16" creationId="{87018D66-5951-4568-A1C5-417E901F3C59}"/>
          </ac:spMkLst>
        </pc:spChg>
        <pc:spChg chg="del mod">
          <ac:chgData name="Haoyang Ma" userId="4529aa1443fdd02f" providerId="LiveId" clId="{7DABB8D2-1399-456E-9ABB-ACEBE1E188C6}" dt="2026-06-29T19:52:37.983" v="162" actId="478"/>
          <ac:spMkLst>
            <pc:docMk/>
            <pc:sldMk cId="808906091" sldId="257"/>
            <ac:spMk id="17" creationId="{26649C7A-8A7C-4B23-8003-922852EC0C7F}"/>
          </ac:spMkLst>
        </pc:spChg>
        <pc:spChg chg="del">
          <ac:chgData name="Haoyang Ma" userId="4529aa1443fdd02f" providerId="LiveId" clId="{7DABB8D2-1399-456E-9ABB-ACEBE1E188C6}" dt="2026-06-29T19:52:40.090" v="165" actId="478"/>
          <ac:spMkLst>
            <pc:docMk/>
            <pc:sldMk cId="808906091" sldId="257"/>
            <ac:spMk id="18" creationId="{ABC49E27-7558-452A-A56B-3CC267D45834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19" creationId="{98DA9893-0396-4DC0-BA4E-B1B80B548EF0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20" creationId="{7927D0CC-5464-4080-9862-A4479FA5EA3B}"/>
          </ac:spMkLst>
        </pc:spChg>
        <pc:spChg chg="mod">
          <ac:chgData name="Haoyang Ma" userId="4529aa1443fdd02f" providerId="LiveId" clId="{7DABB8D2-1399-456E-9ABB-ACEBE1E188C6}" dt="2026-06-29T19:53:02.827" v="172" actId="20577"/>
          <ac:spMkLst>
            <pc:docMk/>
            <pc:sldMk cId="808906091" sldId="257"/>
            <ac:spMk id="21" creationId="{D2F09715-FB89-4ED8-BBA8-6A891ACE8F09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22" creationId="{1533DCEA-475A-4895-90E0-2D4D9D15C36C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23" creationId="{B2644B8B-1CA4-4BB6-8A20-3A6825888D0A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24" creationId="{DA5B3000-A3F0-41DC-B935-88EE365044A9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25" creationId="{6905C182-8026-4D93-A6AA-8382DAFF0395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26" creationId="{F5D53BFD-0C55-4E8D-8653-30AAEDA19A22}"/>
          </ac:spMkLst>
        </pc:spChg>
        <pc:spChg chg="mod">
          <ac:chgData name="Haoyang Ma" userId="4529aa1443fdd02f" providerId="LiveId" clId="{7DABB8D2-1399-456E-9ABB-ACEBE1E188C6}" dt="2026-06-29T19:53:05.512" v="174" actId="20577"/>
          <ac:spMkLst>
            <pc:docMk/>
            <pc:sldMk cId="808906091" sldId="257"/>
            <ac:spMk id="27" creationId="{47EE0762-7906-43C6-A2BA-44B7DEF446EB}"/>
          </ac:spMkLst>
        </pc:spChg>
        <pc:spChg chg="mod">
          <ac:chgData name="Haoyang Ma" userId="4529aa1443fdd02f" providerId="LiveId" clId="{7DABB8D2-1399-456E-9ABB-ACEBE1E188C6}" dt="2026-06-29T19:56:24.056" v="291" actId="1076"/>
          <ac:spMkLst>
            <pc:docMk/>
            <pc:sldMk cId="808906091" sldId="257"/>
            <ac:spMk id="28" creationId="{FF3A5DD5-57DE-47F0-AF6B-EF2817C93349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29" creationId="{E2BBA5F2-A061-407B-90E0-9A191AE96805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30" creationId="{72307A1A-8980-42D5-92F2-169FE9460D92}"/>
          </ac:spMkLst>
        </pc:spChg>
        <pc:spChg chg="mod">
          <ac:chgData name="Haoyang Ma" userId="4529aa1443fdd02f" providerId="LiveId" clId="{7DABB8D2-1399-456E-9ABB-ACEBE1E188C6}" dt="2026-06-29T19:54:56.456" v="183" actId="1076"/>
          <ac:spMkLst>
            <pc:docMk/>
            <pc:sldMk cId="808906091" sldId="257"/>
            <ac:spMk id="31" creationId="{93221037-E37E-4726-A668-67C3AC9E18EB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32" creationId="{453737F5-0E11-4D0B-8398-9668B6AC921F}"/>
          </ac:spMkLst>
        </pc:spChg>
        <pc:spChg chg="mod">
          <ac:chgData name="Haoyang Ma" userId="4529aa1443fdd02f" providerId="LiveId" clId="{7DABB8D2-1399-456E-9ABB-ACEBE1E188C6}" dt="2026-06-29T19:53:08.286" v="176" actId="20577"/>
          <ac:spMkLst>
            <pc:docMk/>
            <pc:sldMk cId="808906091" sldId="257"/>
            <ac:spMk id="33" creationId="{115AD7DA-410D-4E12-A7F7-E39BFD3C231D}"/>
          </ac:spMkLst>
        </pc:spChg>
        <pc:spChg chg="mod">
          <ac:chgData name="Haoyang Ma" userId="4529aa1443fdd02f" providerId="LiveId" clId="{7DABB8D2-1399-456E-9ABB-ACEBE1E188C6}" dt="2026-06-29T19:54:59.054" v="189" actId="20577"/>
          <ac:spMkLst>
            <pc:docMk/>
            <pc:sldMk cId="808906091" sldId="257"/>
            <ac:spMk id="34" creationId="{DA47AB5A-8705-46E2-9597-9E92CDC11ECD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35" creationId="{FDD028BE-E30F-4851-ABB4-45A6E419D28F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36" creationId="{CBECC513-91DE-438A-BF29-3CA71B5A22FB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37" creationId="{D3DF9ABE-BC41-47C9-AC04-3EB3C7AA0F66}"/>
          </ac:spMkLst>
        </pc:spChg>
        <pc:spChg chg="mod">
          <ac:chgData name="Haoyang Ma" userId="4529aa1443fdd02f" providerId="LiveId" clId="{7DABB8D2-1399-456E-9ABB-ACEBE1E188C6}" dt="2026-06-29T19:55:27.666" v="202" actId="1076"/>
          <ac:spMkLst>
            <pc:docMk/>
            <pc:sldMk cId="808906091" sldId="257"/>
            <ac:spMk id="38" creationId="{D98D05A0-4D7C-42F1-BFF2-F613B3ABD688}"/>
          </ac:spMkLst>
        </pc:spChg>
        <pc:spChg chg="mod">
          <ac:chgData name="Haoyang Ma" userId="4529aa1443fdd02f" providerId="LiveId" clId="{7DABB8D2-1399-456E-9ABB-ACEBE1E188C6}" dt="2026-06-29T19:53:11.132" v="178" actId="20577"/>
          <ac:spMkLst>
            <pc:docMk/>
            <pc:sldMk cId="808906091" sldId="257"/>
            <ac:spMk id="39" creationId="{110888AC-8833-4D12-ACE3-1D94FD1A4463}"/>
          </ac:spMkLst>
        </pc:spChg>
        <pc:spChg chg="mod">
          <ac:chgData name="Haoyang Ma" userId="4529aa1443fdd02f" providerId="LiveId" clId="{7DABB8D2-1399-456E-9ABB-ACEBE1E188C6}" dt="2026-06-29T19:55:30.897" v="204" actId="14100"/>
          <ac:spMkLst>
            <pc:docMk/>
            <pc:sldMk cId="808906091" sldId="257"/>
            <ac:spMk id="40" creationId="{A8984CD1-B750-4C33-9A5B-95702E14222A}"/>
          </ac:spMkLst>
        </pc:spChg>
        <pc:spChg chg="mod">
          <ac:chgData name="Haoyang Ma" userId="4529aa1443fdd02f" providerId="LiveId" clId="{7DABB8D2-1399-456E-9ABB-ACEBE1E188C6}" dt="2026-06-29T19:56:06.250" v="290" actId="1076"/>
          <ac:spMkLst>
            <pc:docMk/>
            <pc:sldMk cId="808906091" sldId="257"/>
            <ac:spMk id="41" creationId="{25651D17-D636-476C-B70E-AD9C9B13A1A8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42" creationId="{842C25C7-9796-4FA5-82AD-416ED36152EA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43" creationId="{8A812D26-803E-4858-8BE9-1558F77D3614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44" creationId="{156833DB-CB44-4C76-B2AB-849328DBA7AF}"/>
          </ac:spMkLst>
        </pc:spChg>
        <pc:spChg chg="mod">
          <ac:chgData name="Haoyang Ma" userId="4529aa1443fdd02f" providerId="LiveId" clId="{7DABB8D2-1399-456E-9ABB-ACEBE1E188C6}" dt="2026-06-29T19:53:14.023" v="180" actId="20577"/>
          <ac:spMkLst>
            <pc:docMk/>
            <pc:sldMk cId="808906091" sldId="257"/>
            <ac:spMk id="45" creationId="{521B53E5-2750-4669-A1E5-8F7F09D2BC66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46" creationId="{AD21132F-CED4-4D7E-B4A6-5A2CA5AD06A8}"/>
          </ac:spMkLst>
        </pc:spChg>
        <pc:spChg chg="mod">
          <ac:chgData name="Haoyang Ma" userId="4529aa1443fdd02f" providerId="LiveId" clId="{7DABB8D2-1399-456E-9ABB-ACEBE1E188C6}" dt="2026-06-29T19:52:59.157" v="170" actId="1076"/>
          <ac:spMkLst>
            <pc:docMk/>
            <pc:sldMk cId="808906091" sldId="257"/>
            <ac:spMk id="47" creationId="{D0F3B78F-A7E6-459B-9EF1-696098E7C572}"/>
          </ac:spMkLst>
        </pc:spChg>
      </pc:sldChg>
      <pc:sldChg chg="delSp modSp mod">
        <pc:chgData name="Haoyang Ma" userId="4529aa1443fdd02f" providerId="LiveId" clId="{7DABB8D2-1399-456E-9ABB-ACEBE1E188C6}" dt="2026-06-29T21:00:07.860" v="2116" actId="5793"/>
        <pc:sldMkLst>
          <pc:docMk/>
          <pc:sldMk cId="767136225" sldId="258"/>
        </pc:sldMkLst>
        <pc:spChg chg="mod">
          <ac:chgData name="Haoyang Ma" userId="4529aa1443fdd02f" providerId="LiveId" clId="{7DABB8D2-1399-456E-9ABB-ACEBE1E188C6}" dt="2026-06-29T20:41:54.105" v="1969" actId="20578"/>
          <ac:spMkLst>
            <pc:docMk/>
            <pc:sldMk cId="767136225" sldId="258"/>
            <ac:spMk id="6" creationId="{CE7324E9-46D9-440C-A2C2-689E7C195572}"/>
          </ac:spMkLst>
        </pc:spChg>
        <pc:spChg chg="mod">
          <ac:chgData name="Haoyang Ma" userId="4529aa1443fdd02f" providerId="LiveId" clId="{7DABB8D2-1399-456E-9ABB-ACEBE1E188C6}" dt="2026-06-29T20:17:21.270" v="1251" actId="20577"/>
          <ac:spMkLst>
            <pc:docMk/>
            <pc:sldMk cId="767136225" sldId="258"/>
            <ac:spMk id="9" creationId="{EC39481F-B99B-4192-887B-0E5FFDB58E2B}"/>
          </ac:spMkLst>
        </pc:spChg>
        <pc:spChg chg="mod">
          <ac:chgData name="Haoyang Ma" userId="4529aa1443fdd02f" providerId="LiveId" clId="{7DABB8D2-1399-456E-9ABB-ACEBE1E188C6}" dt="2026-06-29T20:03:22.111" v="700" actId="20577"/>
          <ac:spMkLst>
            <pc:docMk/>
            <pc:sldMk cId="767136225" sldId="258"/>
            <ac:spMk id="11" creationId="{2D5D7BB9-2519-4616-859B-34F9D414A93A}"/>
          </ac:spMkLst>
        </pc:spChg>
        <pc:spChg chg="mod">
          <ac:chgData name="Haoyang Ma" userId="4529aa1443fdd02f" providerId="LiveId" clId="{7DABB8D2-1399-456E-9ABB-ACEBE1E188C6}" dt="2026-06-29T19:47:44.703" v="42" actId="1076"/>
          <ac:spMkLst>
            <pc:docMk/>
            <pc:sldMk cId="767136225" sldId="258"/>
            <ac:spMk id="13" creationId="{E391E0BB-184C-4402-9B92-A5AC53795A46}"/>
          </ac:spMkLst>
        </pc:spChg>
        <pc:spChg chg="mod">
          <ac:chgData name="Haoyang Ma" userId="4529aa1443fdd02f" providerId="LiveId" clId="{7DABB8D2-1399-456E-9ABB-ACEBE1E188C6}" dt="2026-06-29T20:42:19.252" v="1988" actId="20577"/>
          <ac:spMkLst>
            <pc:docMk/>
            <pc:sldMk cId="767136225" sldId="258"/>
            <ac:spMk id="15" creationId="{504F92AB-CCD4-4966-8A49-6DB4BE092B3C}"/>
          </ac:spMkLst>
        </pc:spChg>
        <pc:spChg chg="mod">
          <ac:chgData name="Haoyang Ma" userId="4529aa1443fdd02f" providerId="LiveId" clId="{7DABB8D2-1399-456E-9ABB-ACEBE1E188C6}" dt="2026-06-29T21:00:07.860" v="2116" actId="5793"/>
          <ac:spMkLst>
            <pc:docMk/>
            <pc:sldMk cId="767136225" sldId="258"/>
            <ac:spMk id="18" creationId="{FCC3A03F-3A04-4A78-8F72-7022D16AB336}"/>
          </ac:spMkLst>
        </pc:spChg>
        <pc:spChg chg="del mod">
          <ac:chgData name="Haoyang Ma" userId="4529aa1443fdd02f" providerId="LiveId" clId="{7DABB8D2-1399-456E-9ABB-ACEBE1E188C6}" dt="2026-06-29T19:48:10.046" v="59" actId="478"/>
          <ac:spMkLst>
            <pc:docMk/>
            <pc:sldMk cId="767136225" sldId="258"/>
            <ac:spMk id="19" creationId="{708818CF-0885-488A-B853-3D477E9A1108}"/>
          </ac:spMkLst>
        </pc:spChg>
      </pc:sldChg>
      <pc:sldChg chg="addSp delSp modSp mod">
        <pc:chgData name="Haoyang Ma" userId="4529aa1443fdd02f" providerId="LiveId" clId="{7DABB8D2-1399-456E-9ABB-ACEBE1E188C6}" dt="2026-06-29T20:04:48.055" v="710" actId="478"/>
        <pc:sldMkLst>
          <pc:docMk/>
          <pc:sldMk cId="142718250" sldId="259"/>
        </pc:sldMkLst>
        <pc:spChg chg="add del">
          <ac:chgData name="Haoyang Ma" userId="4529aa1443fdd02f" providerId="LiveId" clId="{7DABB8D2-1399-456E-9ABB-ACEBE1E188C6}" dt="2026-06-29T20:04:48.055" v="710" actId="478"/>
          <ac:spMkLst>
            <pc:docMk/>
            <pc:sldMk cId="142718250" sldId="259"/>
            <ac:spMk id="12" creationId="{E236EABA-525F-4550-9E75-9A3CA3C00307}"/>
          </ac:spMkLst>
        </pc:spChg>
        <pc:spChg chg="add del">
          <ac:chgData name="Haoyang Ma" userId="4529aa1443fdd02f" providerId="LiveId" clId="{7DABB8D2-1399-456E-9ABB-ACEBE1E188C6}" dt="2026-06-29T20:04:47.077" v="707" actId="478"/>
          <ac:spMkLst>
            <pc:docMk/>
            <pc:sldMk cId="142718250" sldId="259"/>
            <ac:spMk id="13" creationId="{BC7B959E-47A7-41AF-BD72-8AF6117C2D6B}"/>
          </ac:spMkLst>
        </pc:spChg>
        <pc:spChg chg="mod">
          <ac:chgData name="Haoyang Ma" userId="4529aa1443fdd02f" providerId="LiveId" clId="{7DABB8D2-1399-456E-9ABB-ACEBE1E188C6}" dt="2026-06-29T20:04:46.896" v="706" actId="1076"/>
          <ac:spMkLst>
            <pc:docMk/>
            <pc:sldMk cId="142718250" sldId="259"/>
            <ac:spMk id="14" creationId="{6857885D-EDE4-45F1-A019-1FD6A730C7FA}"/>
          </ac:spMkLst>
        </pc:spChg>
        <pc:spChg chg="add del">
          <ac:chgData name="Haoyang Ma" userId="4529aa1443fdd02f" providerId="LiveId" clId="{7DABB8D2-1399-456E-9ABB-ACEBE1E188C6}" dt="2026-06-29T20:04:47.743" v="709" actId="478"/>
          <ac:spMkLst>
            <pc:docMk/>
            <pc:sldMk cId="142718250" sldId="259"/>
            <ac:spMk id="15" creationId="{8EBF66F4-4C40-4247-A9AD-30F29587D73B}"/>
          </ac:spMkLst>
        </pc:spChg>
        <pc:spChg chg="add del">
          <ac:chgData name="Haoyang Ma" userId="4529aa1443fdd02f" providerId="LiveId" clId="{7DABB8D2-1399-456E-9ABB-ACEBE1E188C6}" dt="2026-06-29T20:04:47.279" v="708" actId="478"/>
          <ac:spMkLst>
            <pc:docMk/>
            <pc:sldMk cId="142718250" sldId="259"/>
            <ac:spMk id="16" creationId="{9C810017-03AE-4260-B854-7597CAB35618}"/>
          </ac:spMkLst>
        </pc:spChg>
      </pc:sldChg>
      <pc:sldChg chg="delSp del mod">
        <pc:chgData name="Haoyang Ma" userId="4529aa1443fdd02f" providerId="LiveId" clId="{7DABB8D2-1399-456E-9ABB-ACEBE1E188C6}" dt="2026-06-29T20:06:20.220" v="812" actId="47"/>
        <pc:sldMkLst>
          <pc:docMk/>
          <pc:sldMk cId="24876872" sldId="260"/>
        </pc:sldMkLst>
        <pc:spChg chg="del">
          <ac:chgData name="Haoyang Ma" userId="4529aa1443fdd02f" providerId="LiveId" clId="{7DABB8D2-1399-456E-9ABB-ACEBE1E188C6}" dt="2026-06-29T19:48:26.547" v="60" actId="478"/>
          <ac:spMkLst>
            <pc:docMk/>
            <pc:sldMk cId="24876872" sldId="260"/>
            <ac:spMk id="6" creationId="{A6489BBA-5D0C-4294-8068-BC156333F840}"/>
          </ac:spMkLst>
        </pc:spChg>
      </pc:sldChg>
      <pc:sldChg chg="modSp mod">
        <pc:chgData name="Haoyang Ma" userId="4529aa1443fdd02f" providerId="LiveId" clId="{7DABB8D2-1399-456E-9ABB-ACEBE1E188C6}" dt="2026-06-29T20:25:41.653" v="1456" actId="20577"/>
        <pc:sldMkLst>
          <pc:docMk/>
          <pc:sldMk cId="1934923252" sldId="261"/>
        </pc:sldMkLst>
        <pc:spChg chg="mod">
          <ac:chgData name="Haoyang Ma" userId="4529aa1443fdd02f" providerId="LiveId" clId="{7DABB8D2-1399-456E-9ABB-ACEBE1E188C6}" dt="2026-06-29T19:49:14.791" v="66" actId="20577"/>
          <ac:spMkLst>
            <pc:docMk/>
            <pc:sldMk cId="1934923252" sldId="261"/>
            <ac:spMk id="2" creationId="{FF33B956-DE4E-40D1-9525-56E00422081B}"/>
          </ac:spMkLst>
        </pc:spChg>
        <pc:spChg chg="mod">
          <ac:chgData name="Haoyang Ma" userId="4529aa1443fdd02f" providerId="LiveId" clId="{7DABB8D2-1399-456E-9ABB-ACEBE1E188C6}" dt="2026-06-29T20:25:41.653" v="1456" actId="20577"/>
          <ac:spMkLst>
            <pc:docMk/>
            <pc:sldMk cId="1934923252" sldId="261"/>
            <ac:spMk id="18" creationId="{57A1577E-37A6-4385-B8A0-AF27B848C165}"/>
          </ac:spMkLst>
        </pc:spChg>
        <pc:spChg chg="mod">
          <ac:chgData name="Haoyang Ma" userId="4529aa1443fdd02f" providerId="LiveId" clId="{7DABB8D2-1399-456E-9ABB-ACEBE1E188C6}" dt="2026-06-29T19:49:30.251" v="103" actId="14100"/>
          <ac:spMkLst>
            <pc:docMk/>
            <pc:sldMk cId="1934923252" sldId="261"/>
            <ac:spMk id="19" creationId="{665209C0-ACAD-42F5-9469-6C0BB95BCE39}"/>
          </ac:spMkLst>
        </pc:spChg>
      </pc:sldChg>
      <pc:sldChg chg="modSp mod">
        <pc:chgData name="Haoyang Ma" userId="4529aa1443fdd02f" providerId="LiveId" clId="{7DABB8D2-1399-456E-9ABB-ACEBE1E188C6}" dt="2026-06-29T19:50:08.629" v="104" actId="1076"/>
        <pc:sldMkLst>
          <pc:docMk/>
          <pc:sldMk cId="509195992" sldId="262"/>
        </pc:sldMkLst>
        <pc:spChg chg="mod">
          <ac:chgData name="Haoyang Ma" userId="4529aa1443fdd02f" providerId="LiveId" clId="{7DABB8D2-1399-456E-9ABB-ACEBE1E188C6}" dt="2026-06-29T19:50:08.629" v="104" actId="1076"/>
          <ac:spMkLst>
            <pc:docMk/>
            <pc:sldMk cId="509195992" sldId="262"/>
            <ac:spMk id="6" creationId="{60DD92FA-5AD0-44B8-9EBF-9B997163DCD9}"/>
          </ac:spMkLst>
        </pc:spChg>
      </pc:sldChg>
      <pc:sldChg chg="modSp mod">
        <pc:chgData name="Haoyang Ma" userId="4529aa1443fdd02f" providerId="LiveId" clId="{7DABB8D2-1399-456E-9ABB-ACEBE1E188C6}" dt="2026-06-29T20:55:59.585" v="2050" actId="20577"/>
        <pc:sldMkLst>
          <pc:docMk/>
          <pc:sldMk cId="1094170199" sldId="263"/>
        </pc:sldMkLst>
        <pc:spChg chg="mod">
          <ac:chgData name="Haoyang Ma" userId="4529aa1443fdd02f" providerId="LiveId" clId="{7DABB8D2-1399-456E-9ABB-ACEBE1E188C6}" dt="2026-06-29T20:55:59.585" v="2050" actId="20577"/>
          <ac:spMkLst>
            <pc:docMk/>
            <pc:sldMk cId="1094170199" sldId="263"/>
            <ac:spMk id="2" creationId="{BEA0DBA7-27FA-4868-96FC-49E07508BF21}"/>
          </ac:spMkLst>
        </pc:spChg>
        <pc:spChg chg="mod">
          <ac:chgData name="Haoyang Ma" userId="4529aa1443fdd02f" providerId="LiveId" clId="{7DABB8D2-1399-456E-9ABB-ACEBE1E188C6}" dt="2026-06-29T19:50:40.235" v="106" actId="1076"/>
          <ac:spMkLst>
            <pc:docMk/>
            <pc:sldMk cId="1094170199" sldId="263"/>
            <ac:spMk id="16" creationId="{8C17A387-292F-4843-8D96-024C83C683C3}"/>
          </ac:spMkLst>
        </pc:spChg>
        <pc:spChg chg="mod">
          <ac:chgData name="Haoyang Ma" userId="4529aa1443fdd02f" providerId="LiveId" clId="{7DABB8D2-1399-456E-9ABB-ACEBE1E188C6}" dt="2026-06-29T19:51:17.083" v="160" actId="20577"/>
          <ac:spMkLst>
            <pc:docMk/>
            <pc:sldMk cId="1094170199" sldId="263"/>
            <ac:spMk id="17" creationId="{F50A7CE7-B92D-40C2-9FB9-C9E094C1764C}"/>
          </ac:spMkLst>
        </pc:spChg>
        <pc:spChg chg="mod">
          <ac:chgData name="Haoyang Ma" userId="4529aa1443fdd02f" providerId="LiveId" clId="{7DABB8D2-1399-456E-9ABB-ACEBE1E188C6}" dt="2026-06-29T20:55:45.043" v="2047" actId="20577"/>
          <ac:spMkLst>
            <pc:docMk/>
            <pc:sldMk cId="1094170199" sldId="263"/>
            <ac:spMk id="18" creationId="{1FC1DCC8-2731-404D-99D1-75B15D474112}"/>
          </ac:spMkLst>
        </pc:spChg>
      </pc:sldChg>
      <pc:sldChg chg="addSp delSp modSp mod">
        <pc:chgData name="Haoyang Ma" userId="4529aa1443fdd02f" providerId="LiveId" clId="{7DABB8D2-1399-456E-9ABB-ACEBE1E188C6}" dt="2026-06-29T21:05:54.615" v="2201" actId="1076"/>
        <pc:sldMkLst>
          <pc:docMk/>
          <pc:sldMk cId="471809670" sldId="264"/>
        </pc:sldMkLst>
        <pc:spChg chg="mod">
          <ac:chgData name="Haoyang Ma" userId="4529aa1443fdd02f" providerId="LiveId" clId="{7DABB8D2-1399-456E-9ABB-ACEBE1E188C6}" dt="2026-06-29T21:05:36.434" v="2195" actId="20577"/>
          <ac:spMkLst>
            <pc:docMk/>
            <pc:sldMk cId="471809670" sldId="264"/>
            <ac:spMk id="10" creationId="{76ABE336-9987-414F-BDE8-3F5CC316D8B4}"/>
          </ac:spMkLst>
        </pc:spChg>
        <pc:spChg chg="del">
          <ac:chgData name="Haoyang Ma" userId="4529aa1443fdd02f" providerId="LiveId" clId="{7DABB8D2-1399-456E-9ABB-ACEBE1E188C6}" dt="2026-06-29T21:05:17.023" v="2187" actId="478"/>
          <ac:spMkLst>
            <pc:docMk/>
            <pc:sldMk cId="471809670" sldId="264"/>
            <ac:spMk id="12" creationId="{D0048D15-0960-4893-98DF-11C227F72B1F}"/>
          </ac:spMkLst>
        </pc:spChg>
        <pc:spChg chg="del">
          <ac:chgData name="Haoyang Ma" userId="4529aa1443fdd02f" providerId="LiveId" clId="{7DABB8D2-1399-456E-9ABB-ACEBE1E188C6}" dt="2026-06-29T21:05:20.215" v="2190" actId="478"/>
          <ac:spMkLst>
            <pc:docMk/>
            <pc:sldMk cId="471809670" sldId="264"/>
            <ac:spMk id="15" creationId="{4ABC5CE6-3BD0-406E-A639-CC605C48C997}"/>
          </ac:spMkLst>
        </pc:spChg>
        <pc:spChg chg="del mod">
          <ac:chgData name="Haoyang Ma" userId="4529aa1443fdd02f" providerId="LiveId" clId="{7DABB8D2-1399-456E-9ABB-ACEBE1E188C6}" dt="2026-06-29T21:05:18.949" v="2189" actId="478"/>
          <ac:spMkLst>
            <pc:docMk/>
            <pc:sldMk cId="471809670" sldId="264"/>
            <ac:spMk id="16" creationId="{81FB64B0-F683-41B1-8EE7-C0C795E83765}"/>
          </ac:spMkLst>
        </pc:spChg>
        <pc:spChg chg="add mod ord">
          <ac:chgData name="Haoyang Ma" userId="4529aa1443fdd02f" providerId="LiveId" clId="{7DABB8D2-1399-456E-9ABB-ACEBE1E188C6}" dt="2026-06-29T21:05:32.032" v="2193" actId="167"/>
          <ac:spMkLst>
            <pc:docMk/>
            <pc:sldMk cId="471809670" sldId="264"/>
            <ac:spMk id="27" creationId="{305B9980-CF15-4023-FA94-280CF4FA5164}"/>
          </ac:spMkLst>
        </pc:spChg>
        <pc:spChg chg="add mod">
          <ac:chgData name="Haoyang Ma" userId="4529aa1443fdd02f" providerId="LiveId" clId="{7DABB8D2-1399-456E-9ABB-ACEBE1E188C6}" dt="2026-06-29T21:05:43.875" v="2199" actId="20577"/>
          <ac:spMkLst>
            <pc:docMk/>
            <pc:sldMk cId="471809670" sldId="264"/>
            <ac:spMk id="28" creationId="{933732FA-B711-CBF1-9383-AFE2D83CF60D}"/>
          </ac:spMkLst>
        </pc:spChg>
        <pc:spChg chg="add mod">
          <ac:chgData name="Haoyang Ma" userId="4529aa1443fdd02f" providerId="LiveId" clId="{7DABB8D2-1399-456E-9ABB-ACEBE1E188C6}" dt="2026-06-29T21:05:54.615" v="2201" actId="1076"/>
          <ac:spMkLst>
            <pc:docMk/>
            <pc:sldMk cId="471809670" sldId="264"/>
            <ac:spMk id="29" creationId="{C95F6B85-D3D5-33E1-3EDB-86E3306B1371}"/>
          </ac:spMkLst>
        </pc:spChg>
      </pc:sldChg>
      <pc:sldChg chg="modSp mod">
        <pc:chgData name="Haoyang Ma" userId="4529aa1443fdd02f" providerId="LiveId" clId="{7DABB8D2-1399-456E-9ABB-ACEBE1E188C6}" dt="2026-06-29T21:07:01.939" v="2231" actId="20577"/>
        <pc:sldMkLst>
          <pc:docMk/>
          <pc:sldMk cId="19538104" sldId="265"/>
        </pc:sldMkLst>
        <pc:spChg chg="mod">
          <ac:chgData name="Haoyang Ma" userId="4529aa1443fdd02f" providerId="LiveId" clId="{7DABB8D2-1399-456E-9ABB-ACEBE1E188C6}" dt="2026-06-29T19:58:07.769" v="296" actId="20577"/>
          <ac:spMkLst>
            <pc:docMk/>
            <pc:sldMk cId="19538104" sldId="265"/>
            <ac:spMk id="6" creationId="{DD0E5962-A590-499F-B6B0-1ECBEC13A52A}"/>
          </ac:spMkLst>
        </pc:spChg>
        <pc:spChg chg="mod">
          <ac:chgData name="Haoyang Ma" userId="4529aa1443fdd02f" providerId="LiveId" clId="{7DABB8D2-1399-456E-9ABB-ACEBE1E188C6}" dt="2026-06-29T19:58:23.862" v="300" actId="1076"/>
          <ac:spMkLst>
            <pc:docMk/>
            <pc:sldMk cId="19538104" sldId="265"/>
            <ac:spMk id="7" creationId="{FD16BBD9-D73D-4752-8998-26E2FC7EF0B2}"/>
          </ac:spMkLst>
        </pc:spChg>
        <pc:spChg chg="mod">
          <ac:chgData name="Haoyang Ma" userId="4529aa1443fdd02f" providerId="LiveId" clId="{7DABB8D2-1399-456E-9ABB-ACEBE1E188C6}" dt="2026-06-29T19:58:25.630" v="301" actId="20577"/>
          <ac:spMkLst>
            <pc:docMk/>
            <pc:sldMk cId="19538104" sldId="265"/>
            <ac:spMk id="9" creationId="{70591716-F01C-4B59-82F1-2AA55847C4F5}"/>
          </ac:spMkLst>
        </pc:spChg>
        <pc:spChg chg="mod">
          <ac:chgData name="Haoyang Ma" userId="4529aa1443fdd02f" providerId="LiveId" clId="{7DABB8D2-1399-456E-9ABB-ACEBE1E188C6}" dt="2026-06-29T21:06:40.767" v="2227" actId="20577"/>
          <ac:spMkLst>
            <pc:docMk/>
            <pc:sldMk cId="19538104" sldId="265"/>
            <ac:spMk id="12" creationId="{B0BDB187-8BDA-4778-B4B9-23DC48927225}"/>
          </ac:spMkLst>
        </pc:spChg>
        <pc:spChg chg="mod">
          <ac:chgData name="Haoyang Ma" userId="4529aa1443fdd02f" providerId="LiveId" clId="{7DABB8D2-1399-456E-9ABB-ACEBE1E188C6}" dt="2026-06-29T21:06:48.747" v="2229" actId="1076"/>
          <ac:spMkLst>
            <pc:docMk/>
            <pc:sldMk cId="19538104" sldId="265"/>
            <ac:spMk id="13" creationId="{2648A7A1-6184-47E1-AC51-3083895DEDCC}"/>
          </ac:spMkLst>
        </pc:spChg>
        <pc:spChg chg="mod">
          <ac:chgData name="Haoyang Ma" userId="4529aa1443fdd02f" providerId="LiveId" clId="{7DABB8D2-1399-456E-9ABB-ACEBE1E188C6}" dt="2026-06-29T21:07:01.939" v="2231" actId="20577"/>
          <ac:spMkLst>
            <pc:docMk/>
            <pc:sldMk cId="19538104" sldId="265"/>
            <ac:spMk id="14" creationId="{BA35287A-5EAF-43C8-BCE7-4CEB26876382}"/>
          </ac:spMkLst>
        </pc:spChg>
      </pc:sldChg>
      <pc:sldChg chg="del">
        <pc:chgData name="Haoyang Ma" userId="4529aa1443fdd02f" providerId="LiveId" clId="{7DABB8D2-1399-456E-9ABB-ACEBE1E188C6}" dt="2026-06-29T21:08:06.198" v="2232" actId="47"/>
        <pc:sldMkLst>
          <pc:docMk/>
          <pc:sldMk cId="1785359085" sldId="266"/>
        </pc:sldMkLst>
      </pc:sldChg>
      <pc:sldChg chg="addSp delSp modSp add mod setBg">
        <pc:chgData name="Haoyang Ma" userId="4529aa1443fdd02f" providerId="LiveId" clId="{7DABB8D2-1399-456E-9ABB-ACEBE1E188C6}" dt="2026-06-29T22:00:40.011" v="3814" actId="20577"/>
        <pc:sldMkLst>
          <pc:docMk/>
          <pc:sldMk cId="1035871005" sldId="267"/>
        </pc:sldMkLst>
        <pc:spChg chg="mod">
          <ac:chgData name="Haoyang Ma" userId="4529aa1443fdd02f" providerId="LiveId" clId="{7DABB8D2-1399-456E-9ABB-ACEBE1E188C6}" dt="2026-06-29T19:59:44.723" v="377" actId="20577"/>
          <ac:spMkLst>
            <pc:docMk/>
            <pc:sldMk cId="1035871005" sldId="267"/>
            <ac:spMk id="2" creationId="{74C15AEB-F121-472A-8DD0-03B53CB56659}"/>
          </ac:spMkLst>
        </pc:spChg>
        <pc:spChg chg="mod">
          <ac:chgData name="Haoyang Ma" userId="4529aa1443fdd02f" providerId="LiveId" clId="{7DABB8D2-1399-456E-9ABB-ACEBE1E188C6}" dt="2026-06-29T21:41:55.982" v="3181" actId="20577"/>
          <ac:spMkLst>
            <pc:docMk/>
            <pc:sldMk cId="1035871005" sldId="267"/>
            <ac:spMk id="6" creationId="{7F482FDE-5D0A-4D72-839A-0C8EA84DE405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7" creationId="{5C3A6ACB-CED9-4B5C-B05D-14BA99D9DBBF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8" creationId="{143DE3AF-7CC1-4BD5-A5F4-D6427EDF1D63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9" creationId="{3681978F-B602-4EBC-AABD-25D7D283E011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0" creationId="{76ABE336-9987-414F-BDE8-3F5CC316D8B4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1" creationId="{53E71CFB-0553-40EC-AB05-0E9BA220F5BA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2" creationId="{D0048D15-0960-4893-98DF-11C227F72B1F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3" creationId="{AC7787ED-7CBE-4B8F-9C4E-16E8BE924C04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4" creationId="{D8219923-73D1-4F38-BF3B-21E52494911E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5" creationId="{4ABC5CE6-3BD0-406E-A639-CC605C48C997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6" creationId="{81FB64B0-F683-41B1-8EE7-C0C795E83765}"/>
          </ac:spMkLst>
        </pc:spChg>
        <pc:spChg chg="del">
          <ac:chgData name="Haoyang Ma" userId="4529aa1443fdd02f" providerId="LiveId" clId="{7DABB8D2-1399-456E-9ABB-ACEBE1E188C6}" dt="2026-06-29T21:42:10.480" v="3183" actId="478"/>
          <ac:spMkLst>
            <pc:docMk/>
            <pc:sldMk cId="1035871005" sldId="267"/>
            <ac:spMk id="17" creationId="{AC311E06-9CD2-438B-817E-575B2C9A9C94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8" creationId="{AD45389D-2C59-43FE-8A22-13554E29ECF6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19" creationId="{7BE21774-0233-44C1-8BCA-170A1DA3C77D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20" creationId="{EB40D607-569B-4923-AAAA-A974FF099C62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21" creationId="{FA545849-D074-47B2-8C1F-C76304063B8C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22" creationId="{C58FEB77-2B9F-42E4-B21D-33F88A095934}"/>
          </ac:spMkLst>
        </pc:spChg>
        <pc:spChg chg="del">
          <ac:chgData name="Haoyang Ma" userId="4529aa1443fdd02f" providerId="LiveId" clId="{7DABB8D2-1399-456E-9ABB-ACEBE1E188C6}" dt="2026-06-29T21:42:08.994" v="3182" actId="478"/>
          <ac:spMkLst>
            <pc:docMk/>
            <pc:sldMk cId="1035871005" sldId="267"/>
            <ac:spMk id="23" creationId="{6A39E3C2-92FD-425A-849D-11AC8315CDC8}"/>
          </ac:spMkLst>
        </pc:spChg>
        <pc:spChg chg="del mod">
          <ac:chgData name="Haoyang Ma" userId="4529aa1443fdd02f" providerId="LiveId" clId="{7DABB8D2-1399-456E-9ABB-ACEBE1E188C6}" dt="2026-06-29T21:51:24.067" v="3631" actId="478"/>
          <ac:spMkLst>
            <pc:docMk/>
            <pc:sldMk cId="1035871005" sldId="267"/>
            <ac:spMk id="24" creationId="{898339E5-9B2D-42ED-AF6D-DFEFE5B669F7}"/>
          </ac:spMkLst>
        </pc:spChg>
        <pc:spChg chg="del mod">
          <ac:chgData name="Haoyang Ma" userId="4529aa1443fdd02f" providerId="LiveId" clId="{7DABB8D2-1399-456E-9ABB-ACEBE1E188C6}" dt="2026-06-29T21:51:22.346" v="3630" actId="478"/>
          <ac:spMkLst>
            <pc:docMk/>
            <pc:sldMk cId="1035871005" sldId="267"/>
            <ac:spMk id="25" creationId="{20E2AEFA-8514-4B05-9531-9FC8327277F5}"/>
          </ac:spMkLst>
        </pc:spChg>
        <pc:spChg chg="mod">
          <ac:chgData name="Haoyang Ma" userId="4529aa1443fdd02f" providerId="LiveId" clId="{7DABB8D2-1399-456E-9ABB-ACEBE1E188C6}" dt="2026-06-29T19:58:56.173" v="308" actId="20577"/>
          <ac:spMkLst>
            <pc:docMk/>
            <pc:sldMk cId="1035871005" sldId="267"/>
            <ac:spMk id="26" creationId="{310D1224-4FC7-45C6-BB11-9CD4AE9E6CFB}"/>
          </ac:spMkLst>
        </pc:spChg>
        <pc:spChg chg="add mod">
          <ac:chgData name="Haoyang Ma" userId="4529aa1443fdd02f" providerId="LiveId" clId="{7DABB8D2-1399-456E-9ABB-ACEBE1E188C6}" dt="2026-06-29T22:00:40.011" v="3814" actId="20577"/>
          <ac:spMkLst>
            <pc:docMk/>
            <pc:sldMk cId="1035871005" sldId="267"/>
            <ac:spMk id="29" creationId="{4EB2C24F-7B88-7B45-E672-93DCAA88503D}"/>
          </ac:spMkLst>
        </pc:spChg>
        <pc:spChg chg="add del mod">
          <ac:chgData name="Haoyang Ma" userId="4529aa1443fdd02f" providerId="LiveId" clId="{7DABB8D2-1399-456E-9ABB-ACEBE1E188C6}" dt="2026-06-29T21:56:31.756" v="3645" actId="478"/>
          <ac:spMkLst>
            <pc:docMk/>
            <pc:sldMk cId="1035871005" sldId="267"/>
            <ac:spMk id="30" creationId="{76ED6259-53E8-3FB1-976D-BE5397247855}"/>
          </ac:spMkLst>
        </pc:spChg>
        <pc:picChg chg="add mod">
          <ac:chgData name="Haoyang Ma" userId="4529aa1443fdd02f" providerId="LiveId" clId="{7DABB8D2-1399-456E-9ABB-ACEBE1E188C6}" dt="2026-06-29T21:53:06.548" v="3636" actId="1076"/>
          <ac:picMkLst>
            <pc:docMk/>
            <pc:sldMk cId="1035871005" sldId="267"/>
            <ac:picMk id="27" creationId="{72648D80-0E89-ACBC-D1D9-4A90A3BA4E08}"/>
          </ac:picMkLst>
        </pc:picChg>
        <pc:picChg chg="add mod">
          <ac:chgData name="Haoyang Ma" userId="4529aa1443fdd02f" providerId="LiveId" clId="{7DABB8D2-1399-456E-9ABB-ACEBE1E188C6}" dt="2026-06-29T21:53:01.677" v="3635" actId="1076"/>
          <ac:picMkLst>
            <pc:docMk/>
            <pc:sldMk cId="1035871005" sldId="267"/>
            <ac:picMk id="28" creationId="{CAD56E1C-BEC3-F8BC-4B67-DB548AF70B0C}"/>
          </ac:picMkLst>
        </pc:picChg>
      </pc:sldChg>
      <pc:sldChg chg="del">
        <pc:chgData name="Haoyang Ma" userId="4529aa1443fdd02f" providerId="LiveId" clId="{7DABB8D2-1399-456E-9ABB-ACEBE1E188C6}" dt="2026-06-29T19:57:56.766" v="292" actId="2696"/>
        <pc:sldMkLst>
          <pc:docMk/>
          <pc:sldMk cId="1876473096" sldId="267"/>
        </pc:sldMkLst>
      </pc:sldChg>
      <pc:sldChg chg="addSp delSp modSp add mod">
        <pc:chgData name="Haoyang Ma" userId="4529aa1443fdd02f" providerId="LiveId" clId="{7DABB8D2-1399-456E-9ABB-ACEBE1E188C6}" dt="2026-06-29T22:12:19.843" v="4538" actId="20577"/>
        <pc:sldMkLst>
          <pc:docMk/>
          <pc:sldMk cId="806130051" sldId="268"/>
        </pc:sldMkLst>
        <pc:spChg chg="mod">
          <ac:chgData name="Haoyang Ma" userId="4529aa1443fdd02f" providerId="LiveId" clId="{7DABB8D2-1399-456E-9ABB-ACEBE1E188C6}" dt="2026-06-29T20:01:13.088" v="571" actId="20577"/>
          <ac:spMkLst>
            <pc:docMk/>
            <pc:sldMk cId="806130051" sldId="268"/>
            <ac:spMk id="2" creationId="{74C15AEB-F121-472A-8DD0-03B53CB56659}"/>
          </ac:spMkLst>
        </pc:spChg>
        <pc:spChg chg="mod">
          <ac:chgData name="Haoyang Ma" userId="4529aa1443fdd02f" providerId="LiveId" clId="{7DABB8D2-1399-456E-9ABB-ACEBE1E188C6}" dt="2026-06-29T21:34:55.225" v="2721" actId="20577"/>
          <ac:spMkLst>
            <pc:docMk/>
            <pc:sldMk cId="806130051" sldId="268"/>
            <ac:spMk id="6" creationId="{7F482FDE-5D0A-4D72-839A-0C8EA84DE405}"/>
          </ac:spMkLst>
        </pc:spChg>
        <pc:spChg chg="del">
          <ac:chgData name="Haoyang Ma" userId="4529aa1443fdd02f" providerId="LiveId" clId="{7DABB8D2-1399-456E-9ABB-ACEBE1E188C6}" dt="2026-06-29T22:01:14.540" v="3816" actId="478"/>
          <ac:spMkLst>
            <pc:docMk/>
            <pc:sldMk cId="806130051" sldId="268"/>
            <ac:spMk id="7" creationId="{5C3A6ACB-CED9-4B5C-B05D-14BA99D9DBBF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8" creationId="{143DE3AF-7CC1-4BD5-A5F4-D6427EDF1D63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9" creationId="{3681978F-B602-4EBC-AABD-25D7D283E011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0" creationId="{76ABE336-9987-414F-BDE8-3F5CC316D8B4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1" creationId="{53E71CFB-0553-40EC-AB05-0E9BA220F5BA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2" creationId="{D0048D15-0960-4893-98DF-11C227F72B1F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3" creationId="{AC7787ED-7CBE-4B8F-9C4E-16E8BE924C04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4" creationId="{D8219923-73D1-4F38-BF3B-21E52494911E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5" creationId="{4ABC5CE6-3BD0-406E-A639-CC605C48C997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6" creationId="{81FB64B0-F683-41B1-8EE7-C0C795E83765}"/>
          </ac:spMkLst>
        </pc:spChg>
        <pc:spChg chg="del">
          <ac:chgData name="Haoyang Ma" userId="4529aa1443fdd02f" providerId="LiveId" clId="{7DABB8D2-1399-456E-9ABB-ACEBE1E188C6}" dt="2026-06-29T22:01:15.480" v="3817" actId="478"/>
          <ac:spMkLst>
            <pc:docMk/>
            <pc:sldMk cId="806130051" sldId="268"/>
            <ac:spMk id="17" creationId="{AC311E06-9CD2-438B-817E-575B2C9A9C94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8" creationId="{AD45389D-2C59-43FE-8A22-13554E29ECF6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19" creationId="{7BE21774-0233-44C1-8BCA-170A1DA3C77D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20" creationId="{EB40D607-569B-4923-AAAA-A974FF099C62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21" creationId="{FA545849-D074-47B2-8C1F-C76304063B8C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22" creationId="{C58FEB77-2B9F-42E4-B21D-33F88A095934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23" creationId="{6A39E3C2-92FD-425A-849D-11AC8315CDC8}"/>
          </ac:spMkLst>
        </pc:spChg>
        <pc:spChg chg="del">
          <ac:chgData name="Haoyang Ma" userId="4529aa1443fdd02f" providerId="LiveId" clId="{7DABB8D2-1399-456E-9ABB-ACEBE1E188C6}" dt="2026-06-29T22:01:16.681" v="3818" actId="478"/>
          <ac:spMkLst>
            <pc:docMk/>
            <pc:sldMk cId="806130051" sldId="268"/>
            <ac:spMk id="24" creationId="{898339E5-9B2D-42ED-AF6D-DFEFE5B669F7}"/>
          </ac:spMkLst>
        </pc:spChg>
        <pc:spChg chg="del">
          <ac:chgData name="Haoyang Ma" userId="4529aa1443fdd02f" providerId="LiveId" clId="{7DABB8D2-1399-456E-9ABB-ACEBE1E188C6}" dt="2026-06-29T22:01:13.056" v="3815" actId="478"/>
          <ac:spMkLst>
            <pc:docMk/>
            <pc:sldMk cId="806130051" sldId="268"/>
            <ac:spMk id="25" creationId="{20E2AEFA-8514-4B05-9531-9FC8327277F5}"/>
          </ac:spMkLst>
        </pc:spChg>
        <pc:spChg chg="add mod">
          <ac:chgData name="Haoyang Ma" userId="4529aa1443fdd02f" providerId="LiveId" clId="{7DABB8D2-1399-456E-9ABB-ACEBE1E188C6}" dt="2026-06-29T22:01:26.901" v="3820" actId="1076"/>
          <ac:spMkLst>
            <pc:docMk/>
            <pc:sldMk cId="806130051" sldId="268"/>
            <ac:spMk id="27" creationId="{B3A06EE8-88DD-24FA-3E09-5CF5FD6B2137}"/>
          </ac:spMkLst>
        </pc:spChg>
        <pc:spChg chg="add mod">
          <ac:chgData name="Haoyang Ma" userId="4529aa1443fdd02f" providerId="LiveId" clId="{7DABB8D2-1399-456E-9ABB-ACEBE1E188C6}" dt="2026-06-29T22:01:38.833" v="3854" actId="20577"/>
          <ac:spMkLst>
            <pc:docMk/>
            <pc:sldMk cId="806130051" sldId="268"/>
            <ac:spMk id="28" creationId="{FC4C4F0E-1A09-AFA7-C745-2CCEE7640E3C}"/>
          </ac:spMkLst>
        </pc:spChg>
        <pc:spChg chg="add mod">
          <ac:chgData name="Haoyang Ma" userId="4529aa1443fdd02f" providerId="LiveId" clId="{7DABB8D2-1399-456E-9ABB-ACEBE1E188C6}" dt="2026-06-29T22:12:19.843" v="4538" actId="20577"/>
          <ac:spMkLst>
            <pc:docMk/>
            <pc:sldMk cId="806130051" sldId="268"/>
            <ac:spMk id="29" creationId="{6D794A5C-86D6-634B-681A-43AEFFB2E1CD}"/>
          </ac:spMkLst>
        </pc:spChg>
        <pc:spChg chg="add mod">
          <ac:chgData name="Haoyang Ma" userId="4529aa1443fdd02f" providerId="LiveId" clId="{7DABB8D2-1399-456E-9ABB-ACEBE1E188C6}" dt="2026-06-29T22:03:20.425" v="3890" actId="1076"/>
          <ac:spMkLst>
            <pc:docMk/>
            <pc:sldMk cId="806130051" sldId="268"/>
            <ac:spMk id="30" creationId="{56B1B624-894F-10C9-E41C-5DDA218338FE}"/>
          </ac:spMkLst>
        </pc:spChg>
        <pc:spChg chg="add mod">
          <ac:chgData name="Haoyang Ma" userId="4529aa1443fdd02f" providerId="LiveId" clId="{7DABB8D2-1399-456E-9ABB-ACEBE1E188C6}" dt="2026-06-29T22:04:06.840" v="3944" actId="20577"/>
          <ac:spMkLst>
            <pc:docMk/>
            <pc:sldMk cId="806130051" sldId="268"/>
            <ac:spMk id="31" creationId="{3761DBBD-9186-E958-7649-F85E043EB716}"/>
          </ac:spMkLst>
        </pc:spChg>
        <pc:spChg chg="add mod">
          <ac:chgData name="Haoyang Ma" userId="4529aa1443fdd02f" providerId="LiveId" clId="{7DABB8D2-1399-456E-9ABB-ACEBE1E188C6}" dt="2026-06-29T22:11:30.192" v="4372" actId="20577"/>
          <ac:spMkLst>
            <pc:docMk/>
            <pc:sldMk cId="806130051" sldId="268"/>
            <ac:spMk id="32" creationId="{60E76C37-5435-FF52-639A-DFB2B924D33F}"/>
          </ac:spMkLst>
        </pc:spChg>
        <pc:spChg chg="add mod">
          <ac:chgData name="Haoyang Ma" userId="4529aa1443fdd02f" providerId="LiveId" clId="{7DABB8D2-1399-456E-9ABB-ACEBE1E188C6}" dt="2026-06-29T22:01:26.901" v="3820" actId="1076"/>
          <ac:spMkLst>
            <pc:docMk/>
            <pc:sldMk cId="806130051" sldId="268"/>
            <ac:spMk id="33" creationId="{9504B5A5-BE31-78A2-5155-BE74F7E65F56}"/>
          </ac:spMkLst>
        </pc:spChg>
        <pc:spChg chg="add mod">
          <ac:chgData name="Haoyang Ma" userId="4529aa1443fdd02f" providerId="LiveId" clId="{7DABB8D2-1399-456E-9ABB-ACEBE1E188C6}" dt="2026-06-29T22:02:36.665" v="3887" actId="20577"/>
          <ac:spMkLst>
            <pc:docMk/>
            <pc:sldMk cId="806130051" sldId="268"/>
            <ac:spMk id="34" creationId="{5A311E9D-F11C-C60A-20A9-856DCA3B2D3B}"/>
          </ac:spMkLst>
        </pc:spChg>
        <pc:spChg chg="add mod">
          <ac:chgData name="Haoyang Ma" userId="4529aa1443fdd02f" providerId="LiveId" clId="{7DABB8D2-1399-456E-9ABB-ACEBE1E188C6}" dt="2026-06-29T22:11:31.349" v="4373" actId="20577"/>
          <ac:spMkLst>
            <pc:docMk/>
            <pc:sldMk cId="806130051" sldId="268"/>
            <ac:spMk id="35" creationId="{8EA726A3-20B6-2735-DC95-D8C0182FA0B9}"/>
          </ac:spMkLst>
        </pc:spChg>
        <pc:spChg chg="add">
          <ac:chgData name="Haoyang Ma" userId="4529aa1443fdd02f" providerId="LiveId" clId="{7DABB8D2-1399-456E-9ABB-ACEBE1E188C6}" dt="2026-06-29T22:09:16.184" v="4166"/>
          <ac:spMkLst>
            <pc:docMk/>
            <pc:sldMk cId="806130051" sldId="268"/>
            <ac:spMk id="36" creationId="{B8C12A54-0D76-7C16-D3B8-6519272702AD}"/>
          </ac:spMkLst>
        </pc:spChg>
        <pc:spChg chg="add mod">
          <ac:chgData name="Haoyang Ma" userId="4529aa1443fdd02f" providerId="LiveId" clId="{7DABB8D2-1399-456E-9ABB-ACEBE1E188C6}" dt="2026-06-29T22:09:20.012" v="4168"/>
          <ac:spMkLst>
            <pc:docMk/>
            <pc:sldMk cId="806130051" sldId="268"/>
            <ac:spMk id="37" creationId="{56B957F0-74BF-C169-C4B4-9EEA7A0FA592}"/>
          </ac:spMkLst>
        </pc:spChg>
      </pc:sldChg>
      <pc:sldChg chg="addSp delSp modSp add mod ord setBg">
        <pc:chgData name="Haoyang Ma" userId="4529aa1443fdd02f" providerId="LiveId" clId="{7DABB8D2-1399-456E-9ABB-ACEBE1E188C6}" dt="2026-06-29T20:31:38.853" v="1558" actId="22"/>
        <pc:sldMkLst>
          <pc:docMk/>
          <pc:sldMk cId="343180388" sldId="269"/>
        </pc:sldMkLst>
        <pc:spChg chg="mod">
          <ac:chgData name="Haoyang Ma" userId="4529aa1443fdd02f" providerId="LiveId" clId="{7DABB8D2-1399-456E-9ABB-ACEBE1E188C6}" dt="2026-06-29T20:05:40.558" v="796" actId="20577"/>
          <ac:spMkLst>
            <pc:docMk/>
            <pc:sldMk cId="343180388" sldId="269"/>
            <ac:spMk id="2" creationId="{E5995F31-C6A4-4CA6-BD48-3B09291D6462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6" creationId="{4A694C5D-7890-493B-62E3-0308281D7E79}"/>
          </ac:spMkLst>
        </pc:spChg>
        <pc:spChg chg="del">
          <ac:chgData name="Haoyang Ma" userId="4529aa1443fdd02f" providerId="LiveId" clId="{7DABB8D2-1399-456E-9ABB-ACEBE1E188C6}" dt="2026-06-29T20:07:13.184" v="825" actId="478"/>
          <ac:spMkLst>
            <pc:docMk/>
            <pc:sldMk cId="343180388" sldId="269"/>
            <ac:spMk id="7" creationId="{744D10EA-C7DD-441D-BFAD-733E6D71FE40}"/>
          </ac:spMkLst>
        </pc:spChg>
        <pc:spChg chg="del">
          <ac:chgData name="Haoyang Ma" userId="4529aa1443fdd02f" providerId="LiveId" clId="{7DABB8D2-1399-456E-9ABB-ACEBE1E188C6}" dt="2026-06-29T20:07:09.877" v="821" actId="478"/>
          <ac:spMkLst>
            <pc:docMk/>
            <pc:sldMk cId="343180388" sldId="269"/>
            <ac:spMk id="8" creationId="{1894FFAC-04C4-4022-8FEF-5912A7C915A3}"/>
          </ac:spMkLst>
        </pc:spChg>
        <pc:spChg chg="mod">
          <ac:chgData name="Haoyang Ma" userId="4529aa1443fdd02f" providerId="LiveId" clId="{7DABB8D2-1399-456E-9ABB-ACEBE1E188C6}" dt="2026-06-29T20:06:51.976" v="820" actId="20577"/>
          <ac:spMkLst>
            <pc:docMk/>
            <pc:sldMk cId="343180388" sldId="269"/>
            <ac:spMk id="9" creationId="{7FAF6778-56CD-4E92-AF06-00B70A913830}"/>
          </ac:spMkLst>
        </pc:spChg>
        <pc:spChg chg="del">
          <ac:chgData name="Haoyang Ma" userId="4529aa1443fdd02f" providerId="LiveId" clId="{7DABB8D2-1399-456E-9ABB-ACEBE1E188C6}" dt="2026-06-29T20:07:14.515" v="826" actId="478"/>
          <ac:spMkLst>
            <pc:docMk/>
            <pc:sldMk cId="343180388" sldId="269"/>
            <ac:spMk id="10" creationId="{F6E4E965-8A5C-455F-8F48-EEA0F9B141BC}"/>
          </ac:spMkLst>
        </pc:spChg>
        <pc:spChg chg="del">
          <ac:chgData name="Haoyang Ma" userId="4529aa1443fdd02f" providerId="LiveId" clId="{7DABB8D2-1399-456E-9ABB-ACEBE1E188C6}" dt="2026-06-29T20:07:12.375" v="824" actId="478"/>
          <ac:spMkLst>
            <pc:docMk/>
            <pc:sldMk cId="343180388" sldId="269"/>
            <ac:spMk id="11" creationId="{8EFAA214-9F7F-47C7-BA25-512A8822986E}"/>
          </ac:spMkLst>
        </pc:spChg>
        <pc:spChg chg="del mod">
          <ac:chgData name="Haoyang Ma" userId="4529aa1443fdd02f" providerId="LiveId" clId="{7DABB8D2-1399-456E-9ABB-ACEBE1E188C6}" dt="2026-06-29T20:07:11.367" v="823" actId="478"/>
          <ac:spMkLst>
            <pc:docMk/>
            <pc:sldMk cId="343180388" sldId="269"/>
            <ac:spMk id="12" creationId="{912D4305-514E-47B4-BEBD-39F5FB223081}"/>
          </ac:spMkLst>
        </pc:spChg>
        <pc:spChg chg="mod">
          <ac:chgData name="Haoyang Ma" userId="4529aa1443fdd02f" providerId="LiveId" clId="{7DABB8D2-1399-456E-9ABB-ACEBE1E188C6}" dt="2026-06-29T20:19:28.676" v="1282"/>
          <ac:spMkLst>
            <pc:docMk/>
            <pc:sldMk cId="343180388" sldId="269"/>
            <ac:spMk id="13" creationId="{4443CCB2-82EC-459A-88FC-D327FE0A59F2}"/>
          </ac:spMkLst>
        </pc:spChg>
        <pc:spChg chg="mod">
          <ac:chgData name="Haoyang Ma" userId="4529aa1443fdd02f" providerId="LiveId" clId="{7DABB8D2-1399-456E-9ABB-ACEBE1E188C6}" dt="2026-06-29T20:05:56.381" v="809" actId="20577"/>
          <ac:spMkLst>
            <pc:docMk/>
            <pc:sldMk cId="343180388" sldId="269"/>
            <ac:spMk id="14" creationId="{A0D8B27E-3896-4922-BAEE-4B42A88F3DBF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15" creationId="{8365079C-90A1-FACF-18E1-D29CF134383E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16" creationId="{8A120545-65B5-B266-2269-6810A3BAA9CA}"/>
          </ac:spMkLst>
        </pc:spChg>
        <pc:spChg chg="add mod">
          <ac:chgData name="Haoyang Ma" userId="4529aa1443fdd02f" providerId="LiveId" clId="{7DABB8D2-1399-456E-9ABB-ACEBE1E188C6}" dt="2026-06-29T20:07:51.293" v="843" actId="20577"/>
          <ac:spMkLst>
            <pc:docMk/>
            <pc:sldMk cId="343180388" sldId="269"/>
            <ac:spMk id="17" creationId="{867E5789-6E84-8B7F-2D7F-ACBC695236E4}"/>
          </ac:spMkLst>
        </pc:spChg>
        <pc:spChg chg="add mod">
          <ac:chgData name="Haoyang Ma" userId="4529aa1443fdd02f" providerId="LiveId" clId="{7DABB8D2-1399-456E-9ABB-ACEBE1E188C6}" dt="2026-06-29T20:08:13.528" v="879" actId="20577"/>
          <ac:spMkLst>
            <pc:docMk/>
            <pc:sldMk cId="343180388" sldId="269"/>
            <ac:spMk id="18" creationId="{7F4F255A-43AF-3FB0-C193-8CA855C25579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19" creationId="{074788BB-7667-1883-9EA0-85C1DF7B957E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20" creationId="{642FF5AD-330D-8E0B-36A1-D26ABF274B40}"/>
          </ac:spMkLst>
        </pc:spChg>
        <pc:spChg chg="add mod">
          <ac:chgData name="Haoyang Ma" userId="4529aa1443fdd02f" providerId="LiveId" clId="{7DABB8D2-1399-456E-9ABB-ACEBE1E188C6}" dt="2026-06-29T20:08:20.742" v="881" actId="1076"/>
          <ac:spMkLst>
            <pc:docMk/>
            <pc:sldMk cId="343180388" sldId="269"/>
            <ac:spMk id="21" creationId="{5F931B0C-528A-3608-8FCF-2A0EF5366BDC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22" creationId="{0D06C329-7D71-7BD5-42A0-45E517BE4B6D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23" creationId="{D99FEECB-8C8F-6254-F765-8B6FCDDF4A8F}"/>
          </ac:spMkLst>
        </pc:spChg>
        <pc:spChg chg="add mod">
          <ac:chgData name="Haoyang Ma" userId="4529aa1443fdd02f" providerId="LiveId" clId="{7DABB8D2-1399-456E-9ABB-ACEBE1E188C6}" dt="2026-06-29T20:08:35.423" v="917" actId="20577"/>
          <ac:spMkLst>
            <pc:docMk/>
            <pc:sldMk cId="343180388" sldId="269"/>
            <ac:spMk id="24" creationId="{828A9681-4654-A9D3-CC5C-C7AFAFB57BC0}"/>
          </ac:spMkLst>
        </pc:spChg>
        <pc:spChg chg="add mod">
          <ac:chgData name="Haoyang Ma" userId="4529aa1443fdd02f" providerId="LiveId" clId="{7DABB8D2-1399-456E-9ABB-ACEBE1E188C6}" dt="2026-06-29T20:09:03.400" v="953" actId="20577"/>
          <ac:spMkLst>
            <pc:docMk/>
            <pc:sldMk cId="343180388" sldId="269"/>
            <ac:spMk id="25" creationId="{888E45F0-ACAD-F181-61A9-2BD5BD39D9FD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26" creationId="{F559D198-C5DA-9D11-D826-2CD16DFA0AC0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27" creationId="{86F168D9-5E08-69B6-5F2B-FAE72F46E374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28" creationId="{787D5665-13FA-2C16-1BD0-AD2F4147B63F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29" creationId="{0DAF8847-DD01-8F15-3CA1-4666C89AA57D}"/>
          </ac:spMkLst>
        </pc:spChg>
        <pc:spChg chg="add mod">
          <ac:chgData name="Haoyang Ma" userId="4529aa1443fdd02f" providerId="LiveId" clId="{7DABB8D2-1399-456E-9ABB-ACEBE1E188C6}" dt="2026-06-29T20:09:16.399" v="968" actId="1076"/>
          <ac:spMkLst>
            <pc:docMk/>
            <pc:sldMk cId="343180388" sldId="269"/>
            <ac:spMk id="30" creationId="{0DD7CBC9-C8BC-6F83-38BB-8AEC8F765E67}"/>
          </ac:spMkLst>
        </pc:spChg>
        <pc:spChg chg="add mod">
          <ac:chgData name="Haoyang Ma" userId="4529aa1443fdd02f" providerId="LiveId" clId="{7DABB8D2-1399-456E-9ABB-ACEBE1E188C6}" dt="2026-06-29T20:09:40.907" v="1035" actId="1076"/>
          <ac:spMkLst>
            <pc:docMk/>
            <pc:sldMk cId="343180388" sldId="269"/>
            <ac:spMk id="31" creationId="{7C6E86D7-77E8-155F-19F1-508B3DDE5282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32" creationId="{B5168910-B265-C473-075C-5BA33661A960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33" creationId="{61F33F15-D67B-85DF-880C-1E7F9DE6EACC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34" creationId="{8DE661C0-0AB6-5B5D-DB6B-572A420CA880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35" creationId="{E4988719-5401-A044-0F6D-0E488A733A2A}"/>
          </ac:spMkLst>
        </pc:spChg>
        <pc:spChg chg="add mod">
          <ac:chgData name="Haoyang Ma" userId="4529aa1443fdd02f" providerId="LiveId" clId="{7DABB8D2-1399-456E-9ABB-ACEBE1E188C6}" dt="2026-06-29T20:10:51.903" v="1112" actId="1076"/>
          <ac:spMkLst>
            <pc:docMk/>
            <pc:sldMk cId="343180388" sldId="269"/>
            <ac:spMk id="36" creationId="{434338D1-4148-501F-029D-8609859C3436}"/>
          </ac:spMkLst>
        </pc:spChg>
        <pc:spChg chg="add mod">
          <ac:chgData name="Haoyang Ma" userId="4529aa1443fdd02f" providerId="LiveId" clId="{7DABB8D2-1399-456E-9ABB-ACEBE1E188C6}" dt="2026-06-29T20:10:55.569" v="1113" actId="1076"/>
          <ac:spMkLst>
            <pc:docMk/>
            <pc:sldMk cId="343180388" sldId="269"/>
            <ac:spMk id="37" creationId="{A6AFE3FB-8131-CA15-CDEE-84113BF6BB1B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38" creationId="{0578A67D-1F86-9B2C-9373-B2353D5BE0FB}"/>
          </ac:spMkLst>
        </pc:spChg>
        <pc:spChg chg="add mod">
          <ac:chgData name="Haoyang Ma" userId="4529aa1443fdd02f" providerId="LiveId" clId="{7DABB8D2-1399-456E-9ABB-ACEBE1E188C6}" dt="2026-06-29T20:14:07.538" v="1169" actId="1076"/>
          <ac:spMkLst>
            <pc:docMk/>
            <pc:sldMk cId="343180388" sldId="269"/>
            <ac:spMk id="39" creationId="{1D818A65-3DD3-3ED1-CAC1-86ACFB39F3E8}"/>
          </ac:spMkLst>
        </pc:spChg>
        <pc:spChg chg="add mod">
          <ac:chgData name="Haoyang Ma" userId="4529aa1443fdd02f" providerId="LiveId" clId="{7DABB8D2-1399-456E-9ABB-ACEBE1E188C6}" dt="2026-06-29T20:24:20.304" v="1388" actId="1076"/>
          <ac:spMkLst>
            <pc:docMk/>
            <pc:sldMk cId="343180388" sldId="269"/>
            <ac:spMk id="40" creationId="{1EE4A351-F78D-7A2D-CFEE-4FC33D4E055F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41" creationId="{15D729C9-A742-D127-0CDD-A9AD1A1AFEBD}"/>
          </ac:spMkLst>
        </pc:spChg>
        <pc:spChg chg="add mod">
          <ac:chgData name="Haoyang Ma" userId="4529aa1443fdd02f" providerId="LiveId" clId="{7DABB8D2-1399-456E-9ABB-ACEBE1E188C6}" dt="2026-06-29T20:14:09.587" v="1170" actId="1076"/>
          <ac:spMkLst>
            <pc:docMk/>
            <pc:sldMk cId="343180388" sldId="269"/>
            <ac:spMk id="42" creationId="{D7B18169-9F6B-5872-DFFE-6EF8986B8ECF}"/>
          </ac:spMkLst>
        </pc:spChg>
        <pc:spChg chg="add mod">
          <ac:chgData name="Haoyang Ma" userId="4529aa1443fdd02f" providerId="LiveId" clId="{7DABB8D2-1399-456E-9ABB-ACEBE1E188C6}" dt="2026-06-29T20:21:10.115" v="1296" actId="20577"/>
          <ac:spMkLst>
            <pc:docMk/>
            <pc:sldMk cId="343180388" sldId="269"/>
            <ac:spMk id="43" creationId="{C8EAC62B-0889-F47D-098A-B0CBCE018DDA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44" creationId="{1A289BBF-102D-B6FC-B4D4-4FFEE3ECB493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45" creationId="{D86E153C-BAD8-B51E-9C04-C482DC2D8912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46" creationId="{ACF2440B-2A5A-73B1-707F-3C22D1581327}"/>
          </ac:spMkLst>
        </pc:spChg>
        <pc:spChg chg="add mod">
          <ac:chgData name="Haoyang Ma" userId="4529aa1443fdd02f" providerId="LiveId" clId="{7DABB8D2-1399-456E-9ABB-ACEBE1E188C6}" dt="2026-06-29T20:07:18.954" v="828" actId="1076"/>
          <ac:spMkLst>
            <pc:docMk/>
            <pc:sldMk cId="343180388" sldId="269"/>
            <ac:spMk id="47" creationId="{0AFA705B-1F50-1647-9375-CA8A37D12B7F}"/>
          </ac:spMkLst>
        </pc:spChg>
        <pc:spChg chg="add mod">
          <ac:chgData name="Haoyang Ma" userId="4529aa1443fdd02f" providerId="LiveId" clId="{7DABB8D2-1399-456E-9ABB-ACEBE1E188C6}" dt="2026-06-29T20:23:16.979" v="1386" actId="1076"/>
          <ac:spMkLst>
            <pc:docMk/>
            <pc:sldMk cId="343180388" sldId="269"/>
            <ac:spMk id="48" creationId="{338EC943-4CF8-7AC8-5700-C6CA8044AD69}"/>
          </ac:spMkLst>
        </pc:spChg>
        <pc:spChg chg="add mod">
          <ac:chgData name="Haoyang Ma" userId="4529aa1443fdd02f" providerId="LiveId" clId="{7DABB8D2-1399-456E-9ABB-ACEBE1E188C6}" dt="2026-06-29T20:23:06.890" v="1377" actId="20577"/>
          <ac:spMkLst>
            <pc:docMk/>
            <pc:sldMk cId="343180388" sldId="269"/>
            <ac:spMk id="49" creationId="{04494128-4054-7A0F-171C-F64036468461}"/>
          </ac:spMkLst>
        </pc:spChg>
        <pc:spChg chg="add mod">
          <ac:chgData name="Haoyang Ma" userId="4529aa1443fdd02f" providerId="LiveId" clId="{7DABB8D2-1399-456E-9ABB-ACEBE1E188C6}" dt="2026-06-29T20:21:34.591" v="1333" actId="1076"/>
          <ac:spMkLst>
            <pc:docMk/>
            <pc:sldMk cId="343180388" sldId="269"/>
            <ac:spMk id="54" creationId="{31A575E5-303A-B89A-AE39-B862F884AE15}"/>
          </ac:spMkLst>
        </pc:spChg>
        <pc:spChg chg="add mod">
          <ac:chgData name="Haoyang Ma" userId="4529aa1443fdd02f" providerId="LiveId" clId="{7DABB8D2-1399-456E-9ABB-ACEBE1E188C6}" dt="2026-06-29T20:21:34.591" v="1333" actId="1076"/>
          <ac:spMkLst>
            <pc:docMk/>
            <pc:sldMk cId="343180388" sldId="269"/>
            <ac:spMk id="55" creationId="{5E9D16A5-43D4-A85A-A72C-80D28F478E83}"/>
          </ac:spMkLst>
        </pc:spChg>
        <pc:spChg chg="add mod">
          <ac:chgData name="Haoyang Ma" userId="4529aa1443fdd02f" providerId="LiveId" clId="{7DABB8D2-1399-456E-9ABB-ACEBE1E188C6}" dt="2026-06-29T20:23:44.099" v="1387" actId="1076"/>
          <ac:spMkLst>
            <pc:docMk/>
            <pc:sldMk cId="343180388" sldId="269"/>
            <ac:spMk id="56" creationId="{66B61452-4422-ACFF-8B0D-22163B8B8004}"/>
          </ac:spMkLst>
        </pc:spChg>
        <pc:spChg chg="add mod">
          <ac:chgData name="Haoyang Ma" userId="4529aa1443fdd02f" providerId="LiveId" clId="{7DABB8D2-1399-456E-9ABB-ACEBE1E188C6}" dt="2026-06-29T20:29:51.766" v="1539" actId="113"/>
          <ac:spMkLst>
            <pc:docMk/>
            <pc:sldMk cId="343180388" sldId="269"/>
            <ac:spMk id="58" creationId="{56679A74-1642-A45C-0A08-49769150A258}"/>
          </ac:spMkLst>
        </pc:spChg>
        <pc:spChg chg="add mod">
          <ac:chgData name="Haoyang Ma" userId="4529aa1443fdd02f" providerId="LiveId" clId="{7DABB8D2-1399-456E-9ABB-ACEBE1E188C6}" dt="2026-06-29T20:22:43.236" v="1348" actId="14100"/>
          <ac:spMkLst>
            <pc:docMk/>
            <pc:sldMk cId="343180388" sldId="269"/>
            <ac:spMk id="60" creationId="{0B741C97-5EB8-1377-6F57-5A8FC90FD622}"/>
          </ac:spMkLst>
        </pc:spChg>
        <pc:picChg chg="add mod">
          <ac:chgData name="Haoyang Ma" userId="4529aa1443fdd02f" providerId="LiveId" clId="{7DABB8D2-1399-456E-9ABB-ACEBE1E188C6}" dt="2026-06-29T20:21:36.873" v="1334" actId="1076"/>
          <ac:picMkLst>
            <pc:docMk/>
            <pc:sldMk cId="343180388" sldId="269"/>
            <ac:picMk id="51" creationId="{440CA5BF-50B6-E229-5DE2-CB0466406988}"/>
          </ac:picMkLst>
        </pc:picChg>
        <pc:picChg chg="add mod">
          <ac:chgData name="Haoyang Ma" userId="4529aa1443fdd02f" providerId="LiveId" clId="{7DABB8D2-1399-456E-9ABB-ACEBE1E188C6}" dt="2026-06-29T20:21:38.788" v="1335" actId="1076"/>
          <ac:picMkLst>
            <pc:docMk/>
            <pc:sldMk cId="343180388" sldId="269"/>
            <ac:picMk id="53" creationId="{FB4D7D7D-4F18-684E-229A-B8560C62AD64}"/>
          </ac:picMkLst>
        </pc:picChg>
        <pc:picChg chg="add del">
          <ac:chgData name="Haoyang Ma" userId="4529aa1443fdd02f" providerId="LiveId" clId="{7DABB8D2-1399-456E-9ABB-ACEBE1E188C6}" dt="2026-06-29T20:31:38.853" v="1558" actId="22"/>
          <ac:picMkLst>
            <pc:docMk/>
            <pc:sldMk cId="343180388" sldId="269"/>
            <ac:picMk id="62" creationId="{8C0A9FAF-1635-618D-898A-15EB789EE1F3}"/>
          </ac:picMkLst>
        </pc:picChg>
        <pc:picChg chg="add mod">
          <ac:chgData name="Haoyang Ma" userId="4529aa1443fdd02f" providerId="LiveId" clId="{7DABB8D2-1399-456E-9ABB-ACEBE1E188C6}" dt="2026-06-29T20:22:33.643" v="1345" actId="1076"/>
          <ac:picMkLst>
            <pc:docMk/>
            <pc:sldMk cId="343180388" sldId="269"/>
            <ac:picMk id="1026" creationId="{58C670EA-281D-A41E-D66E-BFC1561FCF33}"/>
          </ac:picMkLst>
        </pc:picChg>
      </pc:sldChg>
      <pc:sldChg chg="addSp delSp modSp add mod">
        <pc:chgData name="Haoyang Ma" userId="4529aa1443fdd02f" providerId="LiveId" clId="{7DABB8D2-1399-456E-9ABB-ACEBE1E188C6}" dt="2026-06-29T20:43:28.783" v="2033" actId="20577"/>
        <pc:sldMkLst>
          <pc:docMk/>
          <pc:sldMk cId="3215494112" sldId="270"/>
        </pc:sldMkLst>
        <pc:spChg chg="mod">
          <ac:chgData name="Haoyang Ma" userId="4529aa1443fdd02f" providerId="LiveId" clId="{7DABB8D2-1399-456E-9ABB-ACEBE1E188C6}" dt="2026-06-29T20:26:34.853" v="1493" actId="20577"/>
          <ac:spMkLst>
            <pc:docMk/>
            <pc:sldMk cId="3215494112" sldId="270"/>
            <ac:spMk id="2" creationId="{E5995F31-C6A4-4CA6-BD48-3B09291D6462}"/>
          </ac:spMkLst>
        </pc:spChg>
        <pc:spChg chg="del mod">
          <ac:chgData name="Haoyang Ma" userId="4529aa1443fdd02f" providerId="LiveId" clId="{7DABB8D2-1399-456E-9ABB-ACEBE1E188C6}" dt="2026-06-29T20:26:40.849" v="1497" actId="478"/>
          <ac:spMkLst>
            <pc:docMk/>
            <pc:sldMk cId="3215494112" sldId="270"/>
            <ac:spMk id="6" creationId="{4A694C5D-7890-493B-62E3-0308281D7E79}"/>
          </ac:spMkLst>
        </pc:spChg>
        <pc:spChg chg="add del mod">
          <ac:chgData name="Haoyang Ma" userId="4529aa1443fdd02f" providerId="LiveId" clId="{7DABB8D2-1399-456E-9ABB-ACEBE1E188C6}" dt="2026-06-29T20:27:24.792" v="1508" actId="478"/>
          <ac:spMkLst>
            <pc:docMk/>
            <pc:sldMk cId="3215494112" sldId="270"/>
            <ac:spMk id="7" creationId="{B2B1D439-8792-0298-A26C-E33C86725787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8" creationId="{7BB57715-F4F2-D196-B159-A7FF4FF1E6D6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9" creationId="{7FAF6778-56CD-4E92-AF06-00B70A913830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0" creationId="{CCFAE22A-C7EF-4496-F3DF-F0566C40EE9E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1" creationId="{2B17E899-320C-E391-D8B1-E5D49FC949C0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2" creationId="{F1BFE6C2-137D-8622-ECDF-5D493B865033}"/>
          </ac:spMkLst>
        </pc:spChg>
        <pc:spChg chg="del">
          <ac:chgData name="Haoyang Ma" userId="4529aa1443fdd02f" providerId="LiveId" clId="{7DABB8D2-1399-456E-9ABB-ACEBE1E188C6}" dt="2026-06-29T20:26:45.689" v="1506" actId="478"/>
          <ac:spMkLst>
            <pc:docMk/>
            <pc:sldMk cId="3215494112" sldId="270"/>
            <ac:spMk id="13" creationId="{4443CCB2-82EC-459A-88FC-D327FE0A59F2}"/>
          </ac:spMkLst>
        </pc:spChg>
        <pc:spChg chg="mod">
          <ac:chgData name="Haoyang Ma" userId="4529aa1443fdd02f" providerId="LiveId" clId="{7DABB8D2-1399-456E-9ABB-ACEBE1E188C6}" dt="2026-06-29T20:26:21.704" v="1465" actId="20577"/>
          <ac:spMkLst>
            <pc:docMk/>
            <pc:sldMk cId="3215494112" sldId="270"/>
            <ac:spMk id="14" creationId="{A0D8B27E-3896-4922-BAEE-4B42A88F3DBF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15" creationId="{8365079C-90A1-FACF-18E1-D29CF134383E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16" creationId="{8A120545-65B5-B266-2269-6810A3BAA9CA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17" creationId="{867E5789-6E84-8B7F-2D7F-ACBC695236E4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18" creationId="{7F4F255A-43AF-3FB0-C193-8CA855C25579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19" creationId="{074788BB-7667-1883-9EA0-85C1DF7B957E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0" creationId="{642FF5AD-330D-8E0B-36A1-D26ABF274B40}"/>
          </ac:spMkLst>
        </pc:spChg>
        <pc:spChg chg="del">
          <ac:chgData name="Haoyang Ma" userId="4529aa1443fdd02f" providerId="LiveId" clId="{7DABB8D2-1399-456E-9ABB-ACEBE1E188C6}" dt="2026-06-29T20:26:40.603" v="1495" actId="478"/>
          <ac:spMkLst>
            <pc:docMk/>
            <pc:sldMk cId="3215494112" sldId="270"/>
            <ac:spMk id="21" creationId="{5F931B0C-528A-3608-8FCF-2A0EF5366BDC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2" creationId="{0D06C329-7D71-7BD5-42A0-45E517BE4B6D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3" creationId="{D99FEECB-8C8F-6254-F765-8B6FCDDF4A8F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4" creationId="{828A9681-4654-A9D3-CC5C-C7AFAFB57BC0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5" creationId="{888E45F0-ACAD-F181-61A9-2BD5BD39D9FD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6" creationId="{F559D198-C5DA-9D11-D826-2CD16DFA0AC0}"/>
          </ac:spMkLst>
        </pc:spChg>
        <pc:spChg chg="del">
          <ac:chgData name="Haoyang Ma" userId="4529aa1443fdd02f" providerId="LiveId" clId="{7DABB8D2-1399-456E-9ABB-ACEBE1E188C6}" dt="2026-06-29T20:26:41.182" v="1498" actId="478"/>
          <ac:spMkLst>
            <pc:docMk/>
            <pc:sldMk cId="3215494112" sldId="270"/>
            <ac:spMk id="27" creationId="{86F168D9-5E08-69B6-5F2B-FAE72F46E374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8" creationId="{787D5665-13FA-2C16-1BD0-AD2F4147B63F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29" creationId="{0DAF8847-DD01-8F15-3CA1-4666C89AA57D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0" creationId="{0DD7CBC9-C8BC-6F83-38BB-8AEC8F765E67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1" creationId="{7C6E86D7-77E8-155F-19F1-508B3DDE5282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2" creationId="{B5168910-B265-C473-075C-5BA33661A960}"/>
          </ac:spMkLst>
        </pc:spChg>
        <pc:spChg chg="del">
          <ac:chgData name="Haoyang Ma" userId="4529aa1443fdd02f" providerId="LiveId" clId="{7DABB8D2-1399-456E-9ABB-ACEBE1E188C6}" dt="2026-06-29T20:26:41.476" v="1499" actId="478"/>
          <ac:spMkLst>
            <pc:docMk/>
            <pc:sldMk cId="3215494112" sldId="270"/>
            <ac:spMk id="33" creationId="{61F33F15-D67B-85DF-880C-1E7F9DE6EACC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4" creationId="{8DE661C0-0AB6-5B5D-DB6B-572A420CA880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5" creationId="{E4988719-5401-A044-0F6D-0E488A733A2A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6" creationId="{434338D1-4148-501F-029D-8609859C3436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7" creationId="{A6AFE3FB-8131-CA15-CDEE-84113BF6BB1B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38" creationId="{0578A67D-1F86-9B2C-9373-B2353D5BE0FB}"/>
          </ac:spMkLst>
        </pc:spChg>
        <pc:spChg chg="del">
          <ac:chgData name="Haoyang Ma" userId="4529aa1443fdd02f" providerId="LiveId" clId="{7DABB8D2-1399-456E-9ABB-ACEBE1E188C6}" dt="2026-06-29T20:26:41.807" v="1500" actId="478"/>
          <ac:spMkLst>
            <pc:docMk/>
            <pc:sldMk cId="3215494112" sldId="270"/>
            <ac:spMk id="39" creationId="{1D818A65-3DD3-3ED1-CAC1-86ACFB39F3E8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0" creationId="{1EE4A351-F78D-7A2D-CFEE-4FC33D4E055F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1" creationId="{15D729C9-A742-D127-0CDD-A9AD1A1AFEBD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2" creationId="{D7B18169-9F6B-5872-DFFE-6EF8986B8ECF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3" creationId="{C8EAC62B-0889-F47D-098A-B0CBCE018DDA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4" creationId="{1A289BBF-102D-B6FC-B4D4-4FFEE3ECB493}"/>
          </ac:spMkLst>
        </pc:spChg>
        <pc:spChg chg="del">
          <ac:chgData name="Haoyang Ma" userId="4529aa1443fdd02f" providerId="LiveId" clId="{7DABB8D2-1399-456E-9ABB-ACEBE1E188C6}" dt="2026-06-29T20:26:42.895" v="1501" actId="478"/>
          <ac:spMkLst>
            <pc:docMk/>
            <pc:sldMk cId="3215494112" sldId="270"/>
            <ac:spMk id="45" creationId="{D86E153C-BAD8-B51E-9C04-C482DC2D8912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6" creationId="{ACF2440B-2A5A-73B1-707F-3C22D1581327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7" creationId="{0AFA705B-1F50-1647-9375-CA8A37D12B7F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8" creationId="{338EC943-4CF8-7AC8-5700-C6CA8044AD69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49" creationId="{04494128-4054-7A0F-171C-F64036468461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50" creationId="{0CA659AE-ADC6-94E0-908B-261AC20D067D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52" creationId="{C4A8F5FC-9273-9D6F-D49E-4E7A792EC423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54" creationId="{31A575E5-303A-B89A-AE39-B862F884AE15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55" creationId="{5E9D16A5-43D4-A85A-A72C-80D28F478E83}"/>
          </ac:spMkLst>
        </pc:spChg>
        <pc:spChg chg="del">
          <ac:chgData name="Haoyang Ma" userId="4529aa1443fdd02f" providerId="LiveId" clId="{7DABB8D2-1399-456E-9ABB-ACEBE1E188C6}" dt="2026-06-29T20:26:39.315" v="1494" actId="478"/>
          <ac:spMkLst>
            <pc:docMk/>
            <pc:sldMk cId="3215494112" sldId="270"/>
            <ac:spMk id="56" creationId="{66B61452-4422-ACFF-8B0D-22163B8B8004}"/>
          </ac:spMkLst>
        </pc:spChg>
        <pc:spChg chg="add mod">
          <ac:chgData name="Haoyang Ma" userId="4529aa1443fdd02f" providerId="LiveId" clId="{7DABB8D2-1399-456E-9ABB-ACEBE1E188C6}" dt="2026-06-29T20:28:10.238" v="1530" actId="20577"/>
          <ac:spMkLst>
            <pc:docMk/>
            <pc:sldMk cId="3215494112" sldId="270"/>
            <ac:spMk id="57" creationId="{430C14C2-A4A1-626D-C3A1-7D6EBEBA3C05}"/>
          </ac:spMkLst>
        </pc:spChg>
        <pc:spChg chg="del mod">
          <ac:chgData name="Haoyang Ma" userId="4529aa1443fdd02f" providerId="LiveId" clId="{7DABB8D2-1399-456E-9ABB-ACEBE1E188C6}" dt="2026-06-29T20:26:43.648" v="1503" actId="478"/>
          <ac:spMkLst>
            <pc:docMk/>
            <pc:sldMk cId="3215494112" sldId="270"/>
            <ac:spMk id="58" creationId="{56679A74-1642-A45C-0A08-49769150A258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59" creationId="{9176C23B-B00E-1ED3-377E-8DBFC51F2E7E}"/>
          </ac:spMkLst>
        </pc:spChg>
        <pc:spChg chg="del mod">
          <ac:chgData name="Haoyang Ma" userId="4529aa1443fdd02f" providerId="LiveId" clId="{7DABB8D2-1399-456E-9ABB-ACEBE1E188C6}" dt="2026-06-29T20:26:44.553" v="1505" actId="478"/>
          <ac:spMkLst>
            <pc:docMk/>
            <pc:sldMk cId="3215494112" sldId="270"/>
            <ac:spMk id="60" creationId="{0B741C97-5EB8-1377-6F57-5A8FC90FD622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032" creationId="{D6CBB809-E2A7-328A-C5D9-75094AF57FF0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033" creationId="{9B975064-8E25-F4D0-D146-B325B131837C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034" creationId="{EE5A4618-5FAB-2289-4679-E837F4ED1DD9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035" creationId="{16183E64-F54F-9D24-D554-A4BC9FABEC97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036" creationId="{16A6D02A-041F-8AE9-7396-9E54FEBCEF6B}"/>
          </ac:spMkLst>
        </pc:spChg>
        <pc:spChg chg="add mod">
          <ac:chgData name="Haoyang Ma" userId="4529aa1443fdd02f" providerId="LiveId" clId="{7DABB8D2-1399-456E-9ABB-ACEBE1E188C6}" dt="2026-06-29T20:27:22.388" v="1507"/>
          <ac:spMkLst>
            <pc:docMk/>
            <pc:sldMk cId="3215494112" sldId="270"/>
            <ac:spMk id="1037" creationId="{59119537-9606-FC02-14B6-00A80F248908}"/>
          </ac:spMkLst>
        </pc:spChg>
        <pc:spChg chg="add del mod">
          <ac:chgData name="Haoyang Ma" userId="4529aa1443fdd02f" providerId="LiveId" clId="{7DABB8D2-1399-456E-9ABB-ACEBE1E188C6}" dt="2026-06-29T20:27:28.329" v="1511" actId="478"/>
          <ac:spMkLst>
            <pc:docMk/>
            <pc:sldMk cId="3215494112" sldId="270"/>
            <ac:spMk id="1039" creationId="{608BC070-BBC1-CDB8-4030-BCFEAE31C1E3}"/>
          </ac:spMkLst>
        </pc:spChg>
        <pc:spChg chg="add mod">
          <ac:chgData name="Haoyang Ma" userId="4529aa1443fdd02f" providerId="LiveId" clId="{7DABB8D2-1399-456E-9ABB-ACEBE1E188C6}" dt="2026-06-29T20:43:28.783" v="2033" actId="20577"/>
          <ac:spMkLst>
            <pc:docMk/>
            <pc:sldMk cId="3215494112" sldId="270"/>
            <ac:spMk id="1040" creationId="{BBE3DB9B-722D-3CD3-273E-B7A775554B9C}"/>
          </ac:spMkLst>
        </pc:spChg>
        <pc:picChg chg="del">
          <ac:chgData name="Haoyang Ma" userId="4529aa1443fdd02f" providerId="LiveId" clId="{7DABB8D2-1399-456E-9ABB-ACEBE1E188C6}" dt="2026-06-29T20:26:39.315" v="1494" actId="478"/>
          <ac:picMkLst>
            <pc:docMk/>
            <pc:sldMk cId="3215494112" sldId="270"/>
            <ac:picMk id="51" creationId="{440CA5BF-50B6-E229-5DE2-CB0466406988}"/>
          </ac:picMkLst>
        </pc:picChg>
        <pc:picChg chg="del">
          <ac:chgData name="Haoyang Ma" userId="4529aa1443fdd02f" providerId="LiveId" clId="{7DABB8D2-1399-456E-9ABB-ACEBE1E188C6}" dt="2026-06-29T20:26:39.315" v="1494" actId="478"/>
          <ac:picMkLst>
            <pc:docMk/>
            <pc:sldMk cId="3215494112" sldId="270"/>
            <ac:picMk id="53" creationId="{FB4D7D7D-4F18-684E-229A-B8560C62AD64}"/>
          </ac:picMkLst>
        </pc:picChg>
        <pc:picChg chg="del">
          <ac:chgData name="Haoyang Ma" userId="4529aa1443fdd02f" providerId="LiveId" clId="{7DABB8D2-1399-456E-9ABB-ACEBE1E188C6}" dt="2026-06-29T20:26:39.315" v="1494" actId="478"/>
          <ac:picMkLst>
            <pc:docMk/>
            <pc:sldMk cId="3215494112" sldId="270"/>
            <ac:picMk id="1026" creationId="{58C670EA-281D-A41E-D66E-BFC1561FCF33}"/>
          </ac:picMkLst>
        </pc:pic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61" creationId="{E9B47F5D-5FF4-3ECD-5F4C-287F155D4FA4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62" creationId="{51F8D230-BA2C-4724-191D-436B5B6B157A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63" creationId="{89CF8765-C57A-CED3-0F06-033FA048993B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1024" creationId="{48D00A80-62BC-51E9-AA60-A36435AFDBB8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1025" creationId="{49E9FF8B-AA11-1EF2-DF93-FDD7901247D3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1027" creationId="{E5EE58D9-348C-0415-BB32-15C9ABA09C7C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1028" creationId="{2585CAFC-8B64-5941-B426-F53C0F8A1ACD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1029" creationId="{DAF52483-C290-3CE6-401C-288E8C684EA7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1030" creationId="{58A6E0C6-38DE-BC35-6C45-E4DA594563CB}"/>
          </ac:cxnSpMkLst>
        </pc:cxnChg>
        <pc:cxnChg chg="add mod">
          <ac:chgData name="Haoyang Ma" userId="4529aa1443fdd02f" providerId="LiveId" clId="{7DABB8D2-1399-456E-9ABB-ACEBE1E188C6}" dt="2026-06-29T20:27:22.388" v="1507"/>
          <ac:cxnSpMkLst>
            <pc:docMk/>
            <pc:sldMk cId="3215494112" sldId="270"/>
            <ac:cxnSpMk id="1031" creationId="{31F51BC9-FE9A-70A6-4005-3DAA4B3C5ABC}"/>
          </ac:cxnSpMkLst>
        </pc:cxnChg>
        <pc:cxnChg chg="add del mod">
          <ac:chgData name="Haoyang Ma" userId="4529aa1443fdd02f" providerId="LiveId" clId="{7DABB8D2-1399-456E-9ABB-ACEBE1E188C6}" dt="2026-06-29T20:27:25.536" v="1509" actId="478"/>
          <ac:cxnSpMkLst>
            <pc:docMk/>
            <pc:sldMk cId="3215494112" sldId="270"/>
            <ac:cxnSpMk id="1038" creationId="{52500DDF-748C-24F1-8056-88465BE24534}"/>
          </ac:cxnSpMkLst>
        </pc:cxnChg>
      </pc:sldChg>
      <pc:sldChg chg="add del">
        <pc:chgData name="Haoyang Ma" userId="4529aa1443fdd02f" providerId="LiveId" clId="{7DABB8D2-1399-456E-9ABB-ACEBE1E188C6}" dt="2026-06-29T20:28:50.658" v="1532"/>
        <pc:sldMkLst>
          <pc:docMk/>
          <pc:sldMk cId="326461256" sldId="271"/>
        </pc:sldMkLst>
      </pc:sldChg>
      <pc:sldChg chg="addSp delSp modSp add mod">
        <pc:chgData name="Haoyang Ma" userId="4529aa1443fdd02f" providerId="LiveId" clId="{7DABB8D2-1399-456E-9ABB-ACEBE1E188C6}" dt="2026-06-29T20:40:52.661" v="1945" actId="478"/>
        <pc:sldMkLst>
          <pc:docMk/>
          <pc:sldMk cId="2192360494" sldId="271"/>
        </pc:sldMkLst>
        <pc:spChg chg="mod">
          <ac:chgData name="Haoyang Ma" userId="4529aa1443fdd02f" providerId="LiveId" clId="{7DABB8D2-1399-456E-9ABB-ACEBE1E188C6}" dt="2026-06-29T20:31:29.691" v="1556" actId="20577"/>
          <ac:spMkLst>
            <pc:docMk/>
            <pc:sldMk cId="2192360494" sldId="271"/>
            <ac:spMk id="2" creationId="{E5995F31-C6A4-4CA6-BD48-3B09291D6462}"/>
          </ac:spMkLst>
        </pc:spChg>
        <pc:spChg chg="add mod ord">
          <ac:chgData name="Haoyang Ma" userId="4529aa1443fdd02f" providerId="LiveId" clId="{7DABB8D2-1399-456E-9ABB-ACEBE1E188C6}" dt="2026-06-29T20:29:12.563" v="1535" actId="167"/>
          <ac:spMkLst>
            <pc:docMk/>
            <pc:sldMk cId="2192360494" sldId="271"/>
            <ac:spMk id="6" creationId="{91C29026-66FF-35EC-82A3-5ED1520177BE}"/>
          </ac:spMkLst>
        </pc:spChg>
        <pc:spChg chg="add mod ord">
          <ac:chgData name="Haoyang Ma" userId="4529aa1443fdd02f" providerId="LiveId" clId="{7DABB8D2-1399-456E-9ABB-ACEBE1E188C6}" dt="2026-06-29T20:29:24.080" v="1537" actId="113"/>
          <ac:spMkLst>
            <pc:docMk/>
            <pc:sldMk cId="2192360494" sldId="271"/>
            <ac:spMk id="9" creationId="{8001FD10-E7C5-3B40-0DA0-111017D2CFDE}"/>
          </ac:spMkLst>
        </pc:spChg>
        <pc:picChg chg="add del mod">
          <ac:chgData name="Haoyang Ma" userId="4529aa1443fdd02f" providerId="LiveId" clId="{7DABB8D2-1399-456E-9ABB-ACEBE1E188C6}" dt="2026-06-29T20:40:52.661" v="1945" actId="478"/>
          <ac:picMkLst>
            <pc:docMk/>
            <pc:sldMk cId="2192360494" sldId="271"/>
            <ac:picMk id="15" creationId="{430BC2CF-2789-E914-D2EB-1DC1F9D1A770}"/>
          </ac:picMkLst>
        </pc:picChg>
        <pc:cxnChg chg="add mod ord">
          <ac:chgData name="Haoyang Ma" userId="4529aa1443fdd02f" providerId="LiveId" clId="{7DABB8D2-1399-456E-9ABB-ACEBE1E188C6}" dt="2026-06-29T20:29:12.563" v="1535" actId="167"/>
          <ac:cxnSpMkLst>
            <pc:docMk/>
            <pc:sldMk cId="2192360494" sldId="271"/>
            <ac:cxnSpMk id="7" creationId="{02E7D65E-9DC4-F1B9-A0A0-18E79FE7BF67}"/>
          </ac:cxnSpMkLst>
        </pc:cxnChg>
      </pc:sldChg>
      <pc:sldChg chg="addSp delSp modSp add mod setBg">
        <pc:chgData name="Haoyang Ma" userId="4529aa1443fdd02f" providerId="LiveId" clId="{7DABB8D2-1399-456E-9ABB-ACEBE1E188C6}" dt="2026-06-29T20:41:18.774" v="1968" actId="20577"/>
        <pc:sldMkLst>
          <pc:docMk/>
          <pc:sldMk cId="3877729238" sldId="272"/>
        </pc:sldMkLst>
        <pc:spChg chg="mod">
          <ac:chgData name="Haoyang Ma" userId="4529aa1443fdd02f" providerId="LiveId" clId="{7DABB8D2-1399-456E-9ABB-ACEBE1E188C6}" dt="2026-06-29T20:32:06.256" v="1594" actId="20577"/>
          <ac:spMkLst>
            <pc:docMk/>
            <pc:sldMk cId="3877729238" sldId="272"/>
            <ac:spMk id="2" creationId="{FF33B956-DE4E-40D1-9525-56E00422081B}"/>
          </ac:spMkLst>
        </pc:spChg>
        <pc:spChg chg="mod">
          <ac:chgData name="Haoyang Ma" userId="4529aa1443fdd02f" providerId="LiveId" clId="{7DABB8D2-1399-456E-9ABB-ACEBE1E188C6}" dt="2026-06-29T20:32:55.990" v="1691" actId="20577"/>
          <ac:spMkLst>
            <pc:docMk/>
            <pc:sldMk cId="3877729238" sldId="272"/>
            <ac:spMk id="6" creationId="{7D8C5847-5D59-4BE6-B231-B00C4CE17C47}"/>
          </ac:spMkLst>
        </pc:spChg>
        <pc:spChg chg="del">
          <ac:chgData name="Haoyang Ma" userId="4529aa1443fdd02f" providerId="LiveId" clId="{7DABB8D2-1399-456E-9ABB-ACEBE1E188C6}" dt="2026-06-29T20:33:17.662" v="1697" actId="478"/>
          <ac:spMkLst>
            <pc:docMk/>
            <pc:sldMk cId="3877729238" sldId="272"/>
            <ac:spMk id="7" creationId="{D28C3116-6DB9-4C9B-B9B4-869E30EE8FC5}"/>
          </ac:spMkLst>
        </pc:spChg>
        <pc:spChg chg="del">
          <ac:chgData name="Haoyang Ma" userId="4529aa1443fdd02f" providerId="LiveId" clId="{7DABB8D2-1399-456E-9ABB-ACEBE1E188C6}" dt="2026-06-29T20:33:13.631" v="1692" actId="478"/>
          <ac:spMkLst>
            <pc:docMk/>
            <pc:sldMk cId="3877729238" sldId="272"/>
            <ac:spMk id="8" creationId="{C9A1C17A-6CEF-4533-9DDD-060FAA8B5925}"/>
          </ac:spMkLst>
        </pc:spChg>
        <pc:spChg chg="del">
          <ac:chgData name="Haoyang Ma" userId="4529aa1443fdd02f" providerId="LiveId" clId="{7DABB8D2-1399-456E-9ABB-ACEBE1E188C6}" dt="2026-06-29T20:33:14.303" v="1693" actId="478"/>
          <ac:spMkLst>
            <pc:docMk/>
            <pc:sldMk cId="3877729238" sldId="272"/>
            <ac:spMk id="9" creationId="{D2006AC7-A4AE-4675-9EAC-092899BAE5E5}"/>
          </ac:spMkLst>
        </pc:spChg>
        <pc:spChg chg="del">
          <ac:chgData name="Haoyang Ma" userId="4529aa1443fdd02f" providerId="LiveId" clId="{7DABB8D2-1399-456E-9ABB-ACEBE1E188C6}" dt="2026-06-29T20:33:13.631" v="1692" actId="478"/>
          <ac:spMkLst>
            <pc:docMk/>
            <pc:sldMk cId="3877729238" sldId="272"/>
            <ac:spMk id="10" creationId="{DD95F115-DA15-414B-824A-D71BAC6AEC05}"/>
          </ac:spMkLst>
        </pc:spChg>
        <pc:spChg chg="del">
          <ac:chgData name="Haoyang Ma" userId="4529aa1443fdd02f" providerId="LiveId" clId="{7DABB8D2-1399-456E-9ABB-ACEBE1E188C6}" dt="2026-06-29T20:33:13.631" v="1692" actId="478"/>
          <ac:spMkLst>
            <pc:docMk/>
            <pc:sldMk cId="3877729238" sldId="272"/>
            <ac:spMk id="11" creationId="{4CEA5C44-A822-4453-B734-4C4B848D42E6}"/>
          </ac:spMkLst>
        </pc:spChg>
        <pc:spChg chg="del">
          <ac:chgData name="Haoyang Ma" userId="4529aa1443fdd02f" providerId="LiveId" clId="{7DABB8D2-1399-456E-9ABB-ACEBE1E188C6}" dt="2026-06-29T20:33:18.754" v="1698" actId="478"/>
          <ac:spMkLst>
            <pc:docMk/>
            <pc:sldMk cId="3877729238" sldId="272"/>
            <ac:spMk id="12" creationId="{3764CA38-48D0-4759-A2AA-32023EC933CC}"/>
          </ac:spMkLst>
        </pc:spChg>
        <pc:spChg chg="del">
          <ac:chgData name="Haoyang Ma" userId="4529aa1443fdd02f" providerId="LiveId" clId="{7DABB8D2-1399-456E-9ABB-ACEBE1E188C6}" dt="2026-06-29T20:33:20.306" v="1699" actId="478"/>
          <ac:spMkLst>
            <pc:docMk/>
            <pc:sldMk cId="3877729238" sldId="272"/>
            <ac:spMk id="13" creationId="{AA036920-9DAC-49C5-96E9-CA5E89F19AF9}"/>
          </ac:spMkLst>
        </pc:spChg>
        <pc:spChg chg="del">
          <ac:chgData name="Haoyang Ma" userId="4529aa1443fdd02f" providerId="LiveId" clId="{7DABB8D2-1399-456E-9ABB-ACEBE1E188C6}" dt="2026-06-29T20:33:13.631" v="1692" actId="478"/>
          <ac:spMkLst>
            <pc:docMk/>
            <pc:sldMk cId="3877729238" sldId="272"/>
            <ac:spMk id="14" creationId="{DB4E8BA5-CB2E-4865-B55A-57F0793C21E9}"/>
          </ac:spMkLst>
        </pc:spChg>
        <pc:spChg chg="del">
          <ac:chgData name="Haoyang Ma" userId="4529aa1443fdd02f" providerId="LiveId" clId="{7DABB8D2-1399-456E-9ABB-ACEBE1E188C6}" dt="2026-06-29T20:33:13.631" v="1692" actId="478"/>
          <ac:spMkLst>
            <pc:docMk/>
            <pc:sldMk cId="3877729238" sldId="272"/>
            <ac:spMk id="15" creationId="{CD4892BF-0B0E-473C-A1D9-76F312F1190C}"/>
          </ac:spMkLst>
        </pc:spChg>
        <pc:spChg chg="del mod">
          <ac:chgData name="Haoyang Ma" userId="4529aa1443fdd02f" providerId="LiveId" clId="{7DABB8D2-1399-456E-9ABB-ACEBE1E188C6}" dt="2026-06-29T20:33:16.809" v="1696" actId="478"/>
          <ac:spMkLst>
            <pc:docMk/>
            <pc:sldMk cId="3877729238" sldId="272"/>
            <ac:spMk id="16" creationId="{ACE571EF-285B-4354-95B4-E55D602CD07B}"/>
          </ac:spMkLst>
        </pc:spChg>
        <pc:spChg chg="del">
          <ac:chgData name="Haoyang Ma" userId="4529aa1443fdd02f" providerId="LiveId" clId="{7DABB8D2-1399-456E-9ABB-ACEBE1E188C6}" dt="2026-06-29T20:33:15.773" v="1694" actId="478"/>
          <ac:spMkLst>
            <pc:docMk/>
            <pc:sldMk cId="3877729238" sldId="272"/>
            <ac:spMk id="17" creationId="{DF49041D-ECE6-4EE9-BEC8-03C70091AAF2}"/>
          </ac:spMkLst>
        </pc:spChg>
        <pc:spChg chg="del">
          <ac:chgData name="Haoyang Ma" userId="4529aa1443fdd02f" providerId="LiveId" clId="{7DABB8D2-1399-456E-9ABB-ACEBE1E188C6}" dt="2026-06-29T20:38:40.480" v="1940" actId="478"/>
          <ac:spMkLst>
            <pc:docMk/>
            <pc:sldMk cId="3877729238" sldId="272"/>
            <ac:spMk id="18" creationId="{57A1577E-37A6-4385-B8A0-AF27B848C165}"/>
          </ac:spMkLst>
        </pc:spChg>
        <pc:spChg chg="mod">
          <ac:chgData name="Haoyang Ma" userId="4529aa1443fdd02f" providerId="LiveId" clId="{7DABB8D2-1399-456E-9ABB-ACEBE1E188C6}" dt="2026-06-29T20:41:18.774" v="1968" actId="20577"/>
          <ac:spMkLst>
            <pc:docMk/>
            <pc:sldMk cId="3877729238" sldId="272"/>
            <ac:spMk id="19" creationId="{665209C0-ACAD-42F5-9469-6C0BB95BCE39}"/>
          </ac:spMkLst>
        </pc:spChg>
        <pc:spChg chg="add mod">
          <ac:chgData name="Haoyang Ma" userId="4529aa1443fdd02f" providerId="LiveId" clId="{7DABB8D2-1399-456E-9ABB-ACEBE1E188C6}" dt="2026-06-29T20:38:51.802" v="1942" actId="1076"/>
          <ac:spMkLst>
            <pc:docMk/>
            <pc:sldMk cId="3877729238" sldId="272"/>
            <ac:spMk id="23" creationId="{86C755BC-0664-D7C4-2AFB-D4D48052F7E7}"/>
          </ac:spMkLst>
        </pc:spChg>
        <pc:spChg chg="add mod">
          <ac:chgData name="Haoyang Ma" userId="4529aa1443fdd02f" providerId="LiveId" clId="{7DABB8D2-1399-456E-9ABB-ACEBE1E188C6}" dt="2026-06-29T20:38:48.215" v="1941" actId="1076"/>
          <ac:spMkLst>
            <pc:docMk/>
            <pc:sldMk cId="3877729238" sldId="272"/>
            <ac:spMk id="26" creationId="{3D6D9ECB-05DA-5DE8-08AF-D4C7DB41D8D5}"/>
          </ac:spMkLst>
        </pc:spChg>
        <pc:picChg chg="add del mod">
          <ac:chgData name="Haoyang Ma" userId="4529aa1443fdd02f" providerId="LiveId" clId="{7DABB8D2-1399-456E-9ABB-ACEBE1E188C6}" dt="2026-06-29T20:34:01.030" v="1706" actId="478"/>
          <ac:picMkLst>
            <pc:docMk/>
            <pc:sldMk cId="3877729238" sldId="272"/>
            <ac:picMk id="20" creationId="{28020282-7A1F-6133-A33C-94F4387E6D08}"/>
          </ac:picMkLst>
        </pc:picChg>
        <pc:picChg chg="add mod">
          <ac:chgData name="Haoyang Ma" userId="4529aa1443fdd02f" providerId="LiveId" clId="{7DABB8D2-1399-456E-9ABB-ACEBE1E188C6}" dt="2026-06-29T20:38:54.185" v="1943" actId="1076"/>
          <ac:picMkLst>
            <pc:docMk/>
            <pc:sldMk cId="3877729238" sldId="272"/>
            <ac:picMk id="22" creationId="{6D47A441-AD8A-1B41-129A-44206A93463E}"/>
          </ac:picMkLst>
        </pc:picChg>
        <pc:picChg chg="add mod">
          <ac:chgData name="Haoyang Ma" userId="4529aa1443fdd02f" providerId="LiveId" clId="{7DABB8D2-1399-456E-9ABB-ACEBE1E188C6}" dt="2026-06-29T20:38:58.812" v="1944" actId="1076"/>
          <ac:picMkLst>
            <pc:docMk/>
            <pc:sldMk cId="3877729238" sldId="272"/>
            <ac:picMk id="25" creationId="{FF839101-10CB-15D1-EE59-DC8883F4E89B}"/>
          </ac:picMkLst>
        </pc:picChg>
      </pc:sldChg>
      <pc:sldChg chg="addSp delSp modSp add mod setBg">
        <pc:chgData name="Haoyang Ma" userId="4529aa1443fdd02f" providerId="LiveId" clId="{7DABB8D2-1399-456E-9ABB-ACEBE1E188C6}" dt="2026-06-29T20:59:41" v="2109" actId="1076"/>
        <pc:sldMkLst>
          <pc:docMk/>
          <pc:sldMk cId="3273243819" sldId="273"/>
        </pc:sldMkLst>
        <pc:spChg chg="mod">
          <ac:chgData name="Haoyang Ma" userId="4529aa1443fdd02f" providerId="LiveId" clId="{7DABB8D2-1399-456E-9ABB-ACEBE1E188C6}" dt="2026-06-29T20:56:49.700" v="2072" actId="20577"/>
          <ac:spMkLst>
            <pc:docMk/>
            <pc:sldMk cId="3273243819" sldId="273"/>
            <ac:spMk id="2" creationId="{BEA0DBA7-27FA-4868-96FC-49E07508BF21}"/>
          </ac:spMkLst>
        </pc:spChg>
        <pc:spChg chg="del mod">
          <ac:chgData name="Haoyang Ma" userId="4529aa1443fdd02f" providerId="LiveId" clId="{7DABB8D2-1399-456E-9ABB-ACEBE1E188C6}" dt="2026-06-29T20:56:55.851" v="2074" actId="478"/>
          <ac:spMkLst>
            <pc:docMk/>
            <pc:sldMk cId="3273243819" sldId="273"/>
            <ac:spMk id="6" creationId="{C234A5A1-C7C7-4273-BE52-B89274B123BE}"/>
          </ac:spMkLst>
        </pc:spChg>
        <pc:spChg chg="del">
          <ac:chgData name="Haoyang Ma" userId="4529aa1443fdd02f" providerId="LiveId" clId="{7DABB8D2-1399-456E-9ABB-ACEBE1E188C6}" dt="2026-06-29T20:56:56.486" v="2075" actId="478"/>
          <ac:spMkLst>
            <pc:docMk/>
            <pc:sldMk cId="3273243819" sldId="273"/>
            <ac:spMk id="7" creationId="{99ABAD3D-6245-44FA-9328-32567FDB4689}"/>
          </ac:spMkLst>
        </pc:spChg>
        <pc:spChg chg="del">
          <ac:chgData name="Haoyang Ma" userId="4529aa1443fdd02f" providerId="LiveId" clId="{7DABB8D2-1399-456E-9ABB-ACEBE1E188C6}" dt="2026-06-29T20:56:59.318" v="2079" actId="478"/>
          <ac:spMkLst>
            <pc:docMk/>
            <pc:sldMk cId="3273243819" sldId="273"/>
            <ac:spMk id="8" creationId="{047C9908-2326-48B4-93B2-46B30687618A}"/>
          </ac:spMkLst>
        </pc:spChg>
        <pc:spChg chg="del">
          <ac:chgData name="Haoyang Ma" userId="4529aa1443fdd02f" providerId="LiveId" clId="{7DABB8D2-1399-456E-9ABB-ACEBE1E188C6}" dt="2026-06-29T20:57:03.776" v="2083" actId="478"/>
          <ac:spMkLst>
            <pc:docMk/>
            <pc:sldMk cId="3273243819" sldId="273"/>
            <ac:spMk id="9" creationId="{FC1D08F7-72A0-46F9-8552-A6775ED5111D}"/>
          </ac:spMkLst>
        </pc:spChg>
        <pc:spChg chg="del">
          <ac:chgData name="Haoyang Ma" userId="4529aa1443fdd02f" providerId="LiveId" clId="{7DABB8D2-1399-456E-9ABB-ACEBE1E188C6}" dt="2026-06-29T20:56:57.059" v="2076" actId="478"/>
          <ac:spMkLst>
            <pc:docMk/>
            <pc:sldMk cId="3273243819" sldId="273"/>
            <ac:spMk id="10" creationId="{288D70D8-7AD8-436F-9265-490A7E0EED47}"/>
          </ac:spMkLst>
        </pc:spChg>
        <pc:spChg chg="del">
          <ac:chgData name="Haoyang Ma" userId="4529aa1443fdd02f" providerId="LiveId" clId="{7DABB8D2-1399-456E-9ABB-ACEBE1E188C6}" dt="2026-06-29T20:56:58.769" v="2078" actId="478"/>
          <ac:spMkLst>
            <pc:docMk/>
            <pc:sldMk cId="3273243819" sldId="273"/>
            <ac:spMk id="11" creationId="{2593A559-4E29-475E-90CD-CCF2257A06C8}"/>
          </ac:spMkLst>
        </pc:spChg>
        <pc:spChg chg="del">
          <ac:chgData name="Haoyang Ma" userId="4529aa1443fdd02f" providerId="LiveId" clId="{7DABB8D2-1399-456E-9ABB-ACEBE1E188C6}" dt="2026-06-29T20:57:02.920" v="2082" actId="478"/>
          <ac:spMkLst>
            <pc:docMk/>
            <pc:sldMk cId="3273243819" sldId="273"/>
            <ac:spMk id="12" creationId="{2F9B02E3-6798-4B00-A692-8F3333D0773E}"/>
          </ac:spMkLst>
        </pc:spChg>
        <pc:spChg chg="del">
          <ac:chgData name="Haoyang Ma" userId="4529aa1443fdd02f" providerId="LiveId" clId="{7DABB8D2-1399-456E-9ABB-ACEBE1E188C6}" dt="2026-06-29T20:56:57.720" v="2077" actId="478"/>
          <ac:spMkLst>
            <pc:docMk/>
            <pc:sldMk cId="3273243819" sldId="273"/>
            <ac:spMk id="13" creationId="{27BB4B78-116B-4335-9659-B72EF17FED8F}"/>
          </ac:spMkLst>
        </pc:spChg>
        <pc:spChg chg="del">
          <ac:chgData name="Haoyang Ma" userId="4529aa1443fdd02f" providerId="LiveId" clId="{7DABB8D2-1399-456E-9ABB-ACEBE1E188C6}" dt="2026-06-29T20:57:00.976" v="2080" actId="478"/>
          <ac:spMkLst>
            <pc:docMk/>
            <pc:sldMk cId="3273243819" sldId="273"/>
            <ac:spMk id="14" creationId="{D01AB4E7-C6CE-417F-B6DF-8AAA77279353}"/>
          </ac:spMkLst>
        </pc:spChg>
        <pc:spChg chg="del">
          <ac:chgData name="Haoyang Ma" userId="4529aa1443fdd02f" providerId="LiveId" clId="{7DABB8D2-1399-456E-9ABB-ACEBE1E188C6}" dt="2026-06-29T20:57:01.915" v="2081" actId="478"/>
          <ac:spMkLst>
            <pc:docMk/>
            <pc:sldMk cId="3273243819" sldId="273"/>
            <ac:spMk id="15" creationId="{705DC1B3-1686-4B00-ABFD-9BF705A8DB40}"/>
          </ac:spMkLst>
        </pc:spChg>
        <pc:spChg chg="del">
          <ac:chgData name="Haoyang Ma" userId="4529aa1443fdd02f" providerId="LiveId" clId="{7DABB8D2-1399-456E-9ABB-ACEBE1E188C6}" dt="2026-06-29T20:57:04.737" v="2084" actId="478"/>
          <ac:spMkLst>
            <pc:docMk/>
            <pc:sldMk cId="3273243819" sldId="273"/>
            <ac:spMk id="16" creationId="{8C17A387-292F-4843-8D96-024C83C683C3}"/>
          </ac:spMkLst>
        </pc:spChg>
        <pc:spChg chg="del">
          <ac:chgData name="Haoyang Ma" userId="4529aa1443fdd02f" providerId="LiveId" clId="{7DABB8D2-1399-456E-9ABB-ACEBE1E188C6}" dt="2026-06-29T20:57:05.701" v="2085" actId="478"/>
          <ac:spMkLst>
            <pc:docMk/>
            <pc:sldMk cId="3273243819" sldId="273"/>
            <ac:spMk id="17" creationId="{F50A7CE7-B92D-40C2-9FB9-C9E094C1764C}"/>
          </ac:spMkLst>
        </pc:spChg>
        <pc:graphicFrameChg chg="add del mod modGraphic">
          <ac:chgData name="Haoyang Ma" userId="4529aa1443fdd02f" providerId="LiveId" clId="{7DABB8D2-1399-456E-9ABB-ACEBE1E188C6}" dt="2026-06-29T20:58:08.545" v="2093" actId="478"/>
          <ac:graphicFrameMkLst>
            <pc:docMk/>
            <pc:sldMk cId="3273243819" sldId="273"/>
            <ac:graphicFrameMk id="19" creationId="{31913ED1-5021-269F-0E86-6B5DF8FCABFB}"/>
          </ac:graphicFrameMkLst>
        </pc:graphicFrameChg>
        <pc:graphicFrameChg chg="add">
          <ac:chgData name="Haoyang Ma" userId="4529aa1443fdd02f" providerId="LiveId" clId="{7DABB8D2-1399-456E-9ABB-ACEBE1E188C6}" dt="2026-06-29T20:57:56.470" v="2090"/>
          <ac:graphicFrameMkLst>
            <pc:docMk/>
            <pc:sldMk cId="3273243819" sldId="273"/>
            <ac:graphicFrameMk id="20" creationId="{66B40C17-7699-1B04-C468-DECB06BC4690}"/>
          </ac:graphicFrameMkLst>
        </pc:graphicFrameChg>
        <pc:graphicFrameChg chg="add mod modGraphic">
          <ac:chgData name="Haoyang Ma" userId="4529aa1443fdd02f" providerId="LiveId" clId="{7DABB8D2-1399-456E-9ABB-ACEBE1E188C6}" dt="2026-06-29T20:59:41" v="2109" actId="1076"/>
          <ac:graphicFrameMkLst>
            <pc:docMk/>
            <pc:sldMk cId="3273243819" sldId="273"/>
            <ac:graphicFrameMk id="21" creationId="{73BDD183-0D4C-801C-7473-8093FD15C35E}"/>
          </ac:graphicFrameMkLst>
        </pc:graphicFrameChg>
      </pc:sldChg>
      <pc:sldChg chg="addSp delSp modSp add mod">
        <pc:chgData name="Haoyang Ma" userId="4529aa1443fdd02f" providerId="LiveId" clId="{7DABB8D2-1399-456E-9ABB-ACEBE1E188C6}" dt="2026-06-29T21:04:32.468" v="2186" actId="255"/>
        <pc:sldMkLst>
          <pc:docMk/>
          <pc:sldMk cId="1887091854" sldId="274"/>
        </pc:sldMkLst>
        <pc:spChg chg="mod">
          <ac:chgData name="Haoyang Ma" userId="4529aa1443fdd02f" providerId="LiveId" clId="{7DABB8D2-1399-456E-9ABB-ACEBE1E188C6}" dt="2026-06-29T21:01:14.055" v="2133" actId="255"/>
          <ac:spMkLst>
            <pc:docMk/>
            <pc:sldMk cId="1887091854" sldId="274"/>
            <ac:spMk id="2" creationId="{BEA0DBA7-27FA-4868-96FC-49E07508BF21}"/>
          </ac:spMkLst>
        </pc:spChg>
        <pc:spChg chg="mod">
          <ac:chgData name="Haoyang Ma" userId="4529aa1443fdd02f" providerId="LiveId" clId="{7DABB8D2-1399-456E-9ABB-ACEBE1E188C6}" dt="2026-06-29T21:01:14.055" v="2133" actId="255"/>
          <ac:spMkLst>
            <pc:docMk/>
            <pc:sldMk cId="1887091854" sldId="274"/>
            <ac:spMk id="4" creationId="{FBA6D0FC-BC74-4055-83F2-3B359C98FFDE}"/>
          </ac:spMkLst>
        </pc:spChg>
        <pc:spChg chg="mod">
          <ac:chgData name="Haoyang Ma" userId="4529aa1443fdd02f" providerId="LiveId" clId="{7DABB8D2-1399-456E-9ABB-ACEBE1E188C6}" dt="2026-06-29T21:01:14.055" v="2133" actId="255"/>
          <ac:spMkLst>
            <pc:docMk/>
            <pc:sldMk cId="1887091854" sldId="274"/>
            <ac:spMk id="5" creationId="{4DEDADAC-A123-4830-8DF3-DBF6E2D725FF}"/>
          </ac:spMkLst>
        </pc:spChg>
        <pc:spChg chg="mod">
          <ac:chgData name="Haoyang Ma" userId="4529aa1443fdd02f" providerId="LiveId" clId="{7DABB8D2-1399-456E-9ABB-ACEBE1E188C6}" dt="2026-06-29T21:01:14.055" v="2133" actId="255"/>
          <ac:spMkLst>
            <pc:docMk/>
            <pc:sldMk cId="1887091854" sldId="274"/>
            <ac:spMk id="18" creationId="{1FC1DCC8-2731-404D-99D1-75B15D474112}"/>
          </ac:spMkLst>
        </pc:spChg>
        <pc:graphicFrameChg chg="add mod modGraphic">
          <ac:chgData name="Haoyang Ma" userId="4529aa1443fdd02f" providerId="LiveId" clId="{7DABB8D2-1399-456E-9ABB-ACEBE1E188C6}" dt="2026-06-29T21:04:32.468" v="2186" actId="255"/>
          <ac:graphicFrameMkLst>
            <pc:docMk/>
            <pc:sldMk cId="1887091854" sldId="274"/>
            <ac:graphicFrameMk id="6" creationId="{620DC724-7DC0-8EB3-6985-B562AA74C4EB}"/>
          </ac:graphicFrameMkLst>
        </pc:graphicFrameChg>
        <pc:graphicFrameChg chg="add mod">
          <ac:chgData name="Haoyang Ma" userId="4529aa1443fdd02f" providerId="LiveId" clId="{7DABB8D2-1399-456E-9ABB-ACEBE1E188C6}" dt="2026-06-29T21:02:29.471" v="2150"/>
          <ac:graphicFrameMkLst>
            <pc:docMk/>
            <pc:sldMk cId="1887091854" sldId="274"/>
            <ac:graphicFrameMk id="7" creationId="{6C73CAC1-1168-C3E1-257F-0A2202F97BC6}"/>
          </ac:graphicFrameMkLst>
        </pc:graphicFrameChg>
        <pc:graphicFrameChg chg="del">
          <ac:chgData name="Haoyang Ma" userId="4529aa1443fdd02f" providerId="LiveId" clId="{7DABB8D2-1399-456E-9ABB-ACEBE1E188C6}" dt="2026-06-29T21:00:26.971" v="2118" actId="478"/>
          <ac:graphicFrameMkLst>
            <pc:docMk/>
            <pc:sldMk cId="1887091854" sldId="274"/>
            <ac:graphicFrameMk id="21" creationId="{73BDD183-0D4C-801C-7473-8093FD15C35E}"/>
          </ac:graphicFrameMkLst>
        </pc:graphicFrameChg>
      </pc:sldChg>
      <pc:sldChg chg="addSp delSp modSp add mod">
        <pc:chgData name="Haoyang Ma" userId="4529aa1443fdd02f" providerId="LiveId" clId="{7DABB8D2-1399-456E-9ABB-ACEBE1E188C6}" dt="2026-06-29T21:03:37.961" v="2183" actId="1076"/>
        <pc:sldMkLst>
          <pc:docMk/>
          <pc:sldMk cId="2062066429" sldId="275"/>
        </pc:sldMkLst>
        <pc:spChg chg="add mod">
          <ac:chgData name="Haoyang Ma" userId="4529aa1443fdd02f" providerId="LiveId" clId="{7DABB8D2-1399-456E-9ABB-ACEBE1E188C6}" dt="2026-06-29T21:03:37.961" v="2183" actId="1076"/>
          <ac:spMkLst>
            <pc:docMk/>
            <pc:sldMk cId="2062066429" sldId="275"/>
            <ac:spMk id="7" creationId="{16EDE5F9-BBEF-5F7F-3E41-21CBA76526C2}"/>
          </ac:spMkLst>
        </pc:spChg>
        <pc:graphicFrameChg chg="add mod modGraphic">
          <ac:chgData name="Haoyang Ma" userId="4529aa1443fdd02f" providerId="LiveId" clId="{7DABB8D2-1399-456E-9ABB-ACEBE1E188C6}" dt="2026-06-29T21:03:03.922" v="2159" actId="1076"/>
          <ac:graphicFrameMkLst>
            <pc:docMk/>
            <pc:sldMk cId="2062066429" sldId="275"/>
            <ac:graphicFrameMk id="6" creationId="{5CD9E4BC-3003-7C0F-048B-8531B4DF5056}"/>
          </ac:graphicFrameMkLst>
        </pc:graphicFrameChg>
        <pc:graphicFrameChg chg="del">
          <ac:chgData name="Haoyang Ma" userId="4529aa1443fdd02f" providerId="LiveId" clId="{7DABB8D2-1399-456E-9ABB-ACEBE1E188C6}" dt="2026-06-29T21:02:41.730" v="2152" actId="478"/>
          <ac:graphicFrameMkLst>
            <pc:docMk/>
            <pc:sldMk cId="2062066429" sldId="275"/>
            <ac:graphicFrameMk id="21" creationId="{73BDD183-0D4C-801C-7473-8093FD15C35E}"/>
          </ac:graphicFrameMkLst>
        </pc:graphicFrameChg>
      </pc:sldChg>
      <pc:sldChg chg="addSp delSp modSp add mod setBg">
        <pc:chgData name="Haoyang Ma" userId="4529aa1443fdd02f" providerId="LiveId" clId="{7DABB8D2-1399-456E-9ABB-ACEBE1E188C6}" dt="2026-06-29T21:36:51.077" v="2793" actId="1076"/>
        <pc:sldMkLst>
          <pc:docMk/>
          <pc:sldMk cId="2066566976" sldId="276"/>
        </pc:sldMkLst>
        <pc:spChg chg="mod">
          <ac:chgData name="Haoyang Ma" userId="4529aa1443fdd02f" providerId="LiveId" clId="{7DABB8D2-1399-456E-9ABB-ACEBE1E188C6}" dt="2026-06-29T21:09:19.851" v="2298" actId="20577"/>
          <ac:spMkLst>
            <pc:docMk/>
            <pc:sldMk cId="2066566976" sldId="276"/>
            <ac:spMk id="2" creationId="{5826B5E7-3A6F-4073-B1B8-CADDFFAC21C5}"/>
          </ac:spMkLst>
        </pc:spChg>
        <pc:spChg chg="del">
          <ac:chgData name="Haoyang Ma" userId="4529aa1443fdd02f" providerId="LiveId" clId="{7DABB8D2-1399-456E-9ABB-ACEBE1E188C6}" dt="2026-06-29T21:09:23.070" v="2299" actId="478"/>
          <ac:spMkLst>
            <pc:docMk/>
            <pc:sldMk cId="2066566976" sldId="276"/>
            <ac:spMk id="6" creationId="{DD0E5962-A590-499F-B6B0-1ECBEC13A52A}"/>
          </ac:spMkLst>
        </pc:spChg>
        <pc:spChg chg="del mod">
          <ac:chgData name="Haoyang Ma" userId="4529aa1443fdd02f" providerId="LiveId" clId="{7DABB8D2-1399-456E-9ABB-ACEBE1E188C6}" dt="2026-06-29T21:26:44.795" v="2630" actId="478"/>
          <ac:spMkLst>
            <pc:docMk/>
            <pc:sldMk cId="2066566976" sldId="276"/>
            <ac:spMk id="7" creationId="{FD16BBD9-D73D-4752-8998-26E2FC7EF0B2}"/>
          </ac:spMkLst>
        </pc:spChg>
        <pc:spChg chg="del mod">
          <ac:chgData name="Haoyang Ma" userId="4529aa1443fdd02f" providerId="LiveId" clId="{7DABB8D2-1399-456E-9ABB-ACEBE1E188C6}" dt="2026-06-29T21:26:48.825" v="2635" actId="478"/>
          <ac:spMkLst>
            <pc:docMk/>
            <pc:sldMk cId="2066566976" sldId="276"/>
            <ac:spMk id="8" creationId="{85763676-6248-46F2-A876-5BE405A0CAA6}"/>
          </ac:spMkLst>
        </pc:spChg>
        <pc:spChg chg="del mod">
          <ac:chgData name="Haoyang Ma" userId="4529aa1443fdd02f" providerId="LiveId" clId="{7DABB8D2-1399-456E-9ABB-ACEBE1E188C6}" dt="2026-06-29T21:26:49.932" v="2637" actId="478"/>
          <ac:spMkLst>
            <pc:docMk/>
            <pc:sldMk cId="2066566976" sldId="276"/>
            <ac:spMk id="9" creationId="{70591716-F01C-4B59-82F1-2AA55847C4F5}"/>
          </ac:spMkLst>
        </pc:spChg>
        <pc:spChg chg="del mod">
          <ac:chgData name="Haoyang Ma" userId="4529aa1443fdd02f" providerId="LiveId" clId="{7DABB8D2-1399-456E-9ABB-ACEBE1E188C6}" dt="2026-06-29T21:26:47.197" v="2632" actId="478"/>
          <ac:spMkLst>
            <pc:docMk/>
            <pc:sldMk cId="2066566976" sldId="276"/>
            <ac:spMk id="10" creationId="{C500241D-FC08-4D2B-AAAE-2895F2AFF580}"/>
          </ac:spMkLst>
        </pc:spChg>
        <pc:spChg chg="del mod">
          <ac:chgData name="Haoyang Ma" userId="4529aa1443fdd02f" providerId="LiveId" clId="{7DABB8D2-1399-456E-9ABB-ACEBE1E188C6}" dt="2026-06-29T21:26:46.320" v="2631" actId="478"/>
          <ac:spMkLst>
            <pc:docMk/>
            <pc:sldMk cId="2066566976" sldId="276"/>
            <ac:spMk id="11" creationId="{F5898956-E299-4254-9211-C53078443E13}"/>
          </ac:spMkLst>
        </pc:spChg>
        <pc:spChg chg="del mod">
          <ac:chgData name="Haoyang Ma" userId="4529aa1443fdd02f" providerId="LiveId" clId="{7DABB8D2-1399-456E-9ABB-ACEBE1E188C6}" dt="2026-06-29T21:26:46.320" v="2631" actId="478"/>
          <ac:spMkLst>
            <pc:docMk/>
            <pc:sldMk cId="2066566976" sldId="276"/>
            <ac:spMk id="12" creationId="{B0BDB187-8BDA-4778-B4B9-23DC48927225}"/>
          </ac:spMkLst>
        </pc:spChg>
        <pc:spChg chg="del mod">
          <ac:chgData name="Haoyang Ma" userId="4529aa1443fdd02f" providerId="LiveId" clId="{7DABB8D2-1399-456E-9ABB-ACEBE1E188C6}" dt="2026-06-29T21:26:47.600" v="2633" actId="478"/>
          <ac:spMkLst>
            <pc:docMk/>
            <pc:sldMk cId="2066566976" sldId="276"/>
            <ac:spMk id="13" creationId="{2648A7A1-6184-47E1-AC51-3083895DEDCC}"/>
          </ac:spMkLst>
        </pc:spChg>
        <pc:spChg chg="del mod">
          <ac:chgData name="Haoyang Ma" userId="4529aa1443fdd02f" providerId="LiveId" clId="{7DABB8D2-1399-456E-9ABB-ACEBE1E188C6}" dt="2026-06-29T21:26:46.320" v="2631" actId="478"/>
          <ac:spMkLst>
            <pc:docMk/>
            <pc:sldMk cId="2066566976" sldId="276"/>
            <ac:spMk id="14" creationId="{BA35287A-5EAF-43C8-BCE7-4CEB26876382}"/>
          </ac:spMkLst>
        </pc:spChg>
        <pc:spChg chg="del mod">
          <ac:chgData name="Haoyang Ma" userId="4529aa1443fdd02f" providerId="LiveId" clId="{7DABB8D2-1399-456E-9ABB-ACEBE1E188C6}" dt="2026-06-29T21:26:46.320" v="2631" actId="478"/>
          <ac:spMkLst>
            <pc:docMk/>
            <pc:sldMk cId="2066566976" sldId="276"/>
            <ac:spMk id="15" creationId="{B1DAE21B-8624-47C6-9E79-EB21BA720AFA}"/>
          </ac:spMkLst>
        </pc:spChg>
        <pc:spChg chg="mod">
          <ac:chgData name="Haoyang Ma" userId="4529aa1443fdd02f" providerId="LiveId" clId="{7DABB8D2-1399-456E-9ABB-ACEBE1E188C6}" dt="2026-06-29T21:09:14.396" v="2270"/>
          <ac:spMkLst>
            <pc:docMk/>
            <pc:sldMk cId="2066566976" sldId="276"/>
            <ac:spMk id="16" creationId="{673F2AB1-A3A5-4AE3-BF01-3279861483E8}"/>
          </ac:spMkLst>
        </pc:spChg>
        <pc:graphicFrameChg chg="add mod modGraphic">
          <ac:chgData name="Haoyang Ma" userId="4529aa1443fdd02f" providerId="LiveId" clId="{7DABB8D2-1399-456E-9ABB-ACEBE1E188C6}" dt="2026-06-29T21:36:51.077" v="2793" actId="1076"/>
          <ac:graphicFrameMkLst>
            <pc:docMk/>
            <pc:sldMk cId="2066566976" sldId="276"/>
            <ac:graphicFrameMk id="17" creationId="{5108D042-A57D-6818-734E-0D8A86B27543}"/>
          </ac:graphicFrameMkLst>
        </pc:graphicFrameChg>
        <pc:graphicFrameChg chg="add mod">
          <ac:chgData name="Haoyang Ma" userId="4529aa1443fdd02f" providerId="LiveId" clId="{7DABB8D2-1399-456E-9ABB-ACEBE1E188C6}" dt="2026-06-29T21:31:58.589" v="2658"/>
          <ac:graphicFrameMkLst>
            <pc:docMk/>
            <pc:sldMk cId="2066566976" sldId="276"/>
            <ac:graphicFrameMk id="18" creationId="{AA882FE0-259E-EFAC-E80E-C58EA23D72A2}"/>
          </ac:graphicFrameMkLst>
        </pc:graphicFrameChg>
      </pc:sldChg>
      <pc:sldChg chg="addSp delSp modSp add mod">
        <pc:chgData name="Haoyang Ma" userId="4529aa1443fdd02f" providerId="LiveId" clId="{7DABB8D2-1399-456E-9ABB-ACEBE1E188C6}" dt="2026-06-29T21:37:41.614" v="2797" actId="22"/>
        <pc:sldMkLst>
          <pc:docMk/>
          <pc:sldMk cId="3183508540" sldId="277"/>
        </pc:sldMkLst>
        <pc:spChg chg="mod">
          <ac:chgData name="Haoyang Ma" userId="4529aa1443fdd02f" providerId="LiveId" clId="{7DABB8D2-1399-456E-9ABB-ACEBE1E188C6}" dt="2026-06-29T21:32:11.620" v="2680" actId="20577"/>
          <ac:spMkLst>
            <pc:docMk/>
            <pc:sldMk cId="3183508540" sldId="277"/>
            <ac:spMk id="2" creationId="{5826B5E7-3A6F-4073-B1B8-CADDFFAC21C5}"/>
          </ac:spMkLst>
        </pc:spChg>
        <pc:spChg chg="add mod">
          <ac:chgData name="Haoyang Ma" userId="4529aa1443fdd02f" providerId="LiveId" clId="{7DABB8D2-1399-456E-9ABB-ACEBE1E188C6}" dt="2026-06-29T21:36:57.234" v="2795" actId="113"/>
          <ac:spMkLst>
            <pc:docMk/>
            <pc:sldMk cId="3183508540" sldId="277"/>
            <ac:spMk id="8" creationId="{EFE4C531-3CA1-EE86-200D-CEE0DE5EEDEC}"/>
          </ac:spMkLst>
        </pc:spChg>
        <pc:spChg chg="add del">
          <ac:chgData name="Haoyang Ma" userId="4529aa1443fdd02f" providerId="LiveId" clId="{7DABB8D2-1399-456E-9ABB-ACEBE1E188C6}" dt="2026-06-29T21:37:41.614" v="2797" actId="22"/>
          <ac:spMkLst>
            <pc:docMk/>
            <pc:sldMk cId="3183508540" sldId="277"/>
            <ac:spMk id="10" creationId="{55A5C0F1-CF81-BEEA-06C3-5685EF219F94}"/>
          </ac:spMkLst>
        </pc:spChg>
        <pc:graphicFrameChg chg="add mod modGraphic">
          <ac:chgData name="Haoyang Ma" userId="4529aa1443fdd02f" providerId="LiveId" clId="{7DABB8D2-1399-456E-9ABB-ACEBE1E188C6}" dt="2026-06-29T21:35:59.048" v="2767" actId="1076"/>
          <ac:graphicFrameMkLst>
            <pc:docMk/>
            <pc:sldMk cId="3183508540" sldId="277"/>
            <ac:graphicFrameMk id="6" creationId="{5B5A8E82-B88C-2F12-A322-C3294132CECA}"/>
          </ac:graphicFrameMkLst>
        </pc:graphicFrameChg>
        <pc:graphicFrameChg chg="add mod modGraphic">
          <ac:chgData name="Haoyang Ma" userId="4529aa1443fdd02f" providerId="LiveId" clId="{7DABB8D2-1399-456E-9ABB-ACEBE1E188C6}" dt="2026-06-29T21:35:50.176" v="2766" actId="20577"/>
          <ac:graphicFrameMkLst>
            <pc:docMk/>
            <pc:sldMk cId="3183508540" sldId="277"/>
            <ac:graphicFrameMk id="7" creationId="{E2953A55-7B4F-057C-4E55-52E6882A451E}"/>
          </ac:graphicFrameMkLst>
        </pc:graphicFrameChg>
        <pc:graphicFrameChg chg="del">
          <ac:chgData name="Haoyang Ma" userId="4529aa1443fdd02f" providerId="LiveId" clId="{7DABB8D2-1399-456E-9ABB-ACEBE1E188C6}" dt="2026-06-29T21:32:15.074" v="2681" actId="478"/>
          <ac:graphicFrameMkLst>
            <pc:docMk/>
            <pc:sldMk cId="3183508540" sldId="277"/>
            <ac:graphicFrameMk id="17" creationId="{5108D042-A57D-6818-734E-0D8A86B27543}"/>
          </ac:graphicFrameMkLst>
        </pc:graphicFrameChg>
      </pc:sldChg>
      <pc:sldChg chg="modSp add del mod">
        <pc:chgData name="Haoyang Ma" userId="4529aa1443fdd02f" providerId="LiveId" clId="{7DABB8D2-1399-456E-9ABB-ACEBE1E188C6}" dt="2026-06-29T22:12:39.907" v="4539" actId="47"/>
        <pc:sldMkLst>
          <pc:docMk/>
          <pc:sldMk cId="3853476990" sldId="278"/>
        </pc:sldMkLst>
        <pc:spChg chg="mod">
          <ac:chgData name="Haoyang Ma" userId="4529aa1443fdd02f" providerId="LiveId" clId="{7DABB8D2-1399-456E-9ABB-ACEBE1E188C6}" dt="2026-06-29T21:35:17.495" v="2758" actId="20577"/>
          <ac:spMkLst>
            <pc:docMk/>
            <pc:sldMk cId="3853476990" sldId="278"/>
            <ac:spMk id="2" creationId="{74C15AEB-F121-472A-8DD0-03B53CB56659}"/>
          </ac:spMkLst>
        </pc:spChg>
      </pc:sldChg>
      <pc:sldChg chg="addSp delSp modSp add del mod">
        <pc:chgData name="Haoyang Ma" userId="4529aa1443fdd02f" providerId="LiveId" clId="{7DABB8D2-1399-456E-9ABB-ACEBE1E188C6}" dt="2026-06-29T21:53:39.535" v="3642" actId="47"/>
        <pc:sldMkLst>
          <pc:docMk/>
          <pc:sldMk cId="1774811449" sldId="279"/>
        </pc:sldMkLst>
        <pc:spChg chg="mod">
          <ac:chgData name="Haoyang Ma" userId="4529aa1443fdd02f" providerId="LiveId" clId="{7DABB8D2-1399-456E-9ABB-ACEBE1E188C6}" dt="2026-06-29T21:37:51.585" v="2819" actId="20577"/>
          <ac:spMkLst>
            <pc:docMk/>
            <pc:sldMk cId="1774811449" sldId="279"/>
            <ac:spMk id="2" creationId="{5826B5E7-3A6F-4073-B1B8-CADDFFAC21C5}"/>
          </ac:spMkLst>
        </pc:spChg>
        <pc:spChg chg="mod">
          <ac:chgData name="Haoyang Ma" userId="4529aa1443fdd02f" providerId="LiveId" clId="{7DABB8D2-1399-456E-9ABB-ACEBE1E188C6}" dt="2026-06-29T21:38:03.433" v="2824" actId="1076"/>
          <ac:spMkLst>
            <pc:docMk/>
            <pc:sldMk cId="1774811449" sldId="279"/>
            <ac:spMk id="8" creationId="{EFE4C531-3CA1-EE86-200D-CEE0DE5EEDEC}"/>
          </ac:spMkLst>
        </pc:spChg>
        <pc:spChg chg="add mod">
          <ac:chgData name="Haoyang Ma" userId="4529aa1443fdd02f" providerId="LiveId" clId="{7DABB8D2-1399-456E-9ABB-ACEBE1E188C6}" dt="2026-06-29T21:53:11.104" v="3637" actId="1076"/>
          <ac:spMkLst>
            <pc:docMk/>
            <pc:sldMk cId="1774811449" sldId="279"/>
            <ac:spMk id="11" creationId="{66A3C710-35F3-3CFF-EA72-5C2A7A8E953E}"/>
          </ac:spMkLst>
        </pc:spChg>
        <pc:graphicFrameChg chg="del">
          <ac:chgData name="Haoyang Ma" userId="4529aa1443fdd02f" providerId="LiveId" clId="{7DABB8D2-1399-456E-9ABB-ACEBE1E188C6}" dt="2026-06-29T21:37:54.133" v="2820" actId="478"/>
          <ac:graphicFrameMkLst>
            <pc:docMk/>
            <pc:sldMk cId="1774811449" sldId="279"/>
            <ac:graphicFrameMk id="6" creationId="{5B5A8E82-B88C-2F12-A322-C3294132CECA}"/>
          </ac:graphicFrameMkLst>
        </pc:graphicFrameChg>
        <pc:graphicFrameChg chg="del">
          <ac:chgData name="Haoyang Ma" userId="4529aa1443fdd02f" providerId="LiveId" clId="{7DABB8D2-1399-456E-9ABB-ACEBE1E188C6}" dt="2026-06-29T21:37:55.570" v="2821" actId="478"/>
          <ac:graphicFrameMkLst>
            <pc:docMk/>
            <pc:sldMk cId="1774811449" sldId="279"/>
            <ac:graphicFrameMk id="7" creationId="{E2953A55-7B4F-057C-4E55-52E6882A451E}"/>
          </ac:graphicFrameMkLst>
        </pc:graphicFrameChg>
        <pc:picChg chg="add mod">
          <ac:chgData name="Haoyang Ma" userId="4529aa1443fdd02f" providerId="LiveId" clId="{7DABB8D2-1399-456E-9ABB-ACEBE1E188C6}" dt="2026-06-29T21:38:30.413" v="2829" actId="1076"/>
          <ac:picMkLst>
            <pc:docMk/>
            <pc:sldMk cId="1774811449" sldId="279"/>
            <ac:picMk id="9" creationId="{F6661E12-A508-CCE6-632A-230985ACD813}"/>
          </ac:picMkLst>
        </pc:picChg>
        <pc:picChg chg="add mod">
          <ac:chgData name="Haoyang Ma" userId="4529aa1443fdd02f" providerId="LiveId" clId="{7DABB8D2-1399-456E-9ABB-ACEBE1E188C6}" dt="2026-06-29T21:38:33.105" v="2830" actId="1076"/>
          <ac:picMkLst>
            <pc:docMk/>
            <pc:sldMk cId="1774811449" sldId="279"/>
            <ac:picMk id="10" creationId="{5920225B-E7EA-2979-09E6-37A83E127690}"/>
          </ac:picMkLst>
        </pc:picChg>
      </pc:sldChg>
      <pc:sldChg chg="modSp add del mod">
        <pc:chgData name="Haoyang Ma" userId="4529aa1443fdd02f" providerId="LiveId" clId="{7DABB8D2-1399-456E-9ABB-ACEBE1E188C6}" dt="2026-06-29T22:02:39.670" v="3888" actId="47"/>
        <pc:sldMkLst>
          <pc:docMk/>
          <pc:sldMk cId="2375267596" sldId="280"/>
        </pc:sldMkLst>
        <pc:spChg chg="mod">
          <ac:chgData name="Haoyang Ma" userId="4529aa1443fdd02f" providerId="LiveId" clId="{7DABB8D2-1399-456E-9ABB-ACEBE1E188C6}" dt="2026-06-29T21:39:29.201" v="2945" actId="20577"/>
          <ac:spMkLst>
            <pc:docMk/>
            <pc:sldMk cId="2375267596" sldId="280"/>
            <ac:spMk id="2" creationId="{74C15AEB-F121-472A-8DD0-03B53CB56659}"/>
          </ac:spMkLst>
        </pc:spChg>
      </pc:sldChg>
      <pc:sldChg chg="addSp delSp modSp add mod">
        <pc:chgData name="Haoyang Ma" userId="4529aa1443fdd02f" providerId="LiveId" clId="{7DABB8D2-1399-456E-9ABB-ACEBE1E188C6}" dt="2026-06-29T21:51:08.383" v="3629" actId="14100"/>
        <pc:sldMkLst>
          <pc:docMk/>
          <pc:sldMk cId="1300851151" sldId="281"/>
        </pc:sldMkLst>
        <pc:spChg chg="del mod">
          <ac:chgData name="Haoyang Ma" userId="4529aa1443fdd02f" providerId="LiveId" clId="{7DABB8D2-1399-456E-9ABB-ACEBE1E188C6}" dt="2026-06-29T21:42:38.214" v="3190" actId="478"/>
          <ac:spMkLst>
            <pc:docMk/>
            <pc:sldMk cId="1300851151" sldId="281"/>
            <ac:spMk id="6" creationId="{7F482FDE-5D0A-4D72-839A-0C8EA84DE405}"/>
          </ac:spMkLst>
        </pc:spChg>
        <pc:spChg chg="add mod">
          <ac:chgData name="Haoyang Ma" userId="4529aa1443fdd02f" providerId="LiveId" clId="{7DABB8D2-1399-456E-9ABB-ACEBE1E188C6}" dt="2026-06-29T21:47:47.836" v="3310" actId="1076"/>
          <ac:spMkLst>
            <pc:docMk/>
            <pc:sldMk cId="1300851151" sldId="281"/>
            <ac:spMk id="7" creationId="{822A4070-557F-C86E-4A94-13D60DB663ED}"/>
          </ac:spMkLst>
        </pc:spChg>
        <pc:spChg chg="add mod">
          <ac:chgData name="Haoyang Ma" userId="4529aa1443fdd02f" providerId="LiveId" clId="{7DABB8D2-1399-456E-9ABB-ACEBE1E188C6}" dt="2026-06-29T21:47:53.982" v="3313" actId="1076"/>
          <ac:spMkLst>
            <pc:docMk/>
            <pc:sldMk cId="1300851151" sldId="281"/>
            <ac:spMk id="8" creationId="{EB847250-BA0F-4706-D62F-307D40A8FBFB}"/>
          </ac:spMkLst>
        </pc:spChg>
        <pc:spChg chg="add mod">
          <ac:chgData name="Haoyang Ma" userId="4529aa1443fdd02f" providerId="LiveId" clId="{7DABB8D2-1399-456E-9ABB-ACEBE1E188C6}" dt="2026-06-29T21:47:40.858" v="3307"/>
          <ac:spMkLst>
            <pc:docMk/>
            <pc:sldMk cId="1300851151" sldId="281"/>
            <ac:spMk id="9" creationId="{15413187-D292-00DE-0F4A-7B6200A54B1A}"/>
          </ac:spMkLst>
        </pc:spChg>
        <pc:spChg chg="add mod">
          <ac:chgData name="Haoyang Ma" userId="4529aa1443fdd02f" providerId="LiveId" clId="{7DABB8D2-1399-456E-9ABB-ACEBE1E188C6}" dt="2026-06-29T21:47:40.858" v="3307"/>
          <ac:spMkLst>
            <pc:docMk/>
            <pc:sldMk cId="1300851151" sldId="281"/>
            <ac:spMk id="10" creationId="{D5F41C57-4DA1-E775-6FA8-97B597736BA0}"/>
          </ac:spMkLst>
        </pc:spChg>
        <pc:spChg chg="add mod">
          <ac:chgData name="Haoyang Ma" userId="4529aa1443fdd02f" providerId="LiveId" clId="{7DABB8D2-1399-456E-9ABB-ACEBE1E188C6}" dt="2026-06-29T21:48:11.374" v="3329" actId="20577"/>
          <ac:spMkLst>
            <pc:docMk/>
            <pc:sldMk cId="1300851151" sldId="281"/>
            <ac:spMk id="11" creationId="{1C4F750D-9347-B9F3-AD41-7AA640AAC46B}"/>
          </ac:spMkLst>
        </pc:spChg>
        <pc:spChg chg="add mod">
          <ac:chgData name="Haoyang Ma" userId="4529aa1443fdd02f" providerId="LiveId" clId="{7DABB8D2-1399-456E-9ABB-ACEBE1E188C6}" dt="2026-06-29T21:48:38.977" v="3460" actId="20577"/>
          <ac:spMkLst>
            <pc:docMk/>
            <pc:sldMk cId="1300851151" sldId="281"/>
            <ac:spMk id="12" creationId="{06BB22FA-3B86-BFB2-F82C-A99CD3C2AD59}"/>
          </ac:spMkLst>
        </pc:spChg>
        <pc:spChg chg="add mod">
          <ac:chgData name="Haoyang Ma" userId="4529aa1443fdd02f" providerId="LiveId" clId="{7DABB8D2-1399-456E-9ABB-ACEBE1E188C6}" dt="2026-06-29T21:48:44.915" v="3462" actId="1076"/>
          <ac:spMkLst>
            <pc:docMk/>
            <pc:sldMk cId="1300851151" sldId="281"/>
            <ac:spMk id="13" creationId="{45ABA9C4-7D3A-3286-78F2-7D837C654395}"/>
          </ac:spMkLst>
        </pc:spChg>
        <pc:spChg chg="add mod">
          <ac:chgData name="Haoyang Ma" userId="4529aa1443fdd02f" providerId="LiveId" clId="{7DABB8D2-1399-456E-9ABB-ACEBE1E188C6}" dt="2026-06-29T21:47:40.858" v="3307"/>
          <ac:spMkLst>
            <pc:docMk/>
            <pc:sldMk cId="1300851151" sldId="281"/>
            <ac:spMk id="14" creationId="{627F700E-C1C3-1A78-6268-51E7015A0CC4}"/>
          </ac:spMkLst>
        </pc:spChg>
        <pc:spChg chg="add mod">
          <ac:chgData name="Haoyang Ma" userId="4529aa1443fdd02f" providerId="LiveId" clId="{7DABB8D2-1399-456E-9ABB-ACEBE1E188C6}" dt="2026-06-29T21:47:40.858" v="3307"/>
          <ac:spMkLst>
            <pc:docMk/>
            <pc:sldMk cId="1300851151" sldId="281"/>
            <ac:spMk id="15" creationId="{D10477A2-1C43-6AF8-3885-8A262168952D}"/>
          </ac:spMkLst>
        </pc:spChg>
        <pc:spChg chg="add mod">
          <ac:chgData name="Haoyang Ma" userId="4529aa1443fdd02f" providerId="LiveId" clId="{7DABB8D2-1399-456E-9ABB-ACEBE1E188C6}" dt="2026-06-29T21:48:50.159" v="3477" actId="20577"/>
          <ac:spMkLst>
            <pc:docMk/>
            <pc:sldMk cId="1300851151" sldId="281"/>
            <ac:spMk id="16" creationId="{3CA9AE5B-7095-3FA1-9F7A-8625532B0969}"/>
          </ac:spMkLst>
        </pc:spChg>
        <pc:spChg chg="add mod">
          <ac:chgData name="Haoyang Ma" userId="4529aa1443fdd02f" providerId="LiveId" clId="{7DABB8D2-1399-456E-9ABB-ACEBE1E188C6}" dt="2026-06-29T21:50:09.095" v="3577" actId="20577"/>
          <ac:spMkLst>
            <pc:docMk/>
            <pc:sldMk cId="1300851151" sldId="281"/>
            <ac:spMk id="17" creationId="{63515B93-F4E4-F085-EFA8-A615E4584A1E}"/>
          </ac:spMkLst>
        </pc:spChg>
        <pc:spChg chg="add del mod">
          <ac:chgData name="Haoyang Ma" userId="4529aa1443fdd02f" providerId="LiveId" clId="{7DABB8D2-1399-456E-9ABB-ACEBE1E188C6}" dt="2026-06-29T21:47:43.153" v="3308" actId="478"/>
          <ac:spMkLst>
            <pc:docMk/>
            <pc:sldMk cId="1300851151" sldId="281"/>
            <ac:spMk id="18" creationId="{ACFD35FD-15CC-4FDC-D782-7A87B7AC814B}"/>
          </ac:spMkLst>
        </pc:spChg>
        <pc:spChg chg="add mod">
          <ac:chgData name="Haoyang Ma" userId="4529aa1443fdd02f" providerId="LiveId" clId="{7DABB8D2-1399-456E-9ABB-ACEBE1E188C6}" dt="2026-06-29T21:47:40.858" v="3307"/>
          <ac:spMkLst>
            <pc:docMk/>
            <pc:sldMk cId="1300851151" sldId="281"/>
            <ac:spMk id="19" creationId="{9074DE31-E347-87A9-E211-1D346A66060B}"/>
          </ac:spMkLst>
        </pc:spChg>
        <pc:spChg chg="add mod">
          <ac:chgData name="Haoyang Ma" userId="4529aa1443fdd02f" providerId="LiveId" clId="{7DABB8D2-1399-456E-9ABB-ACEBE1E188C6}" dt="2026-06-29T21:47:40.858" v="3307"/>
          <ac:spMkLst>
            <pc:docMk/>
            <pc:sldMk cId="1300851151" sldId="281"/>
            <ac:spMk id="20" creationId="{80066389-82E2-BFB4-7E08-49C37B79BFDF}"/>
          </ac:spMkLst>
        </pc:spChg>
        <pc:spChg chg="add mod">
          <ac:chgData name="Haoyang Ma" userId="4529aa1443fdd02f" providerId="LiveId" clId="{7DABB8D2-1399-456E-9ABB-ACEBE1E188C6}" dt="2026-06-29T21:47:40.858" v="3307"/>
          <ac:spMkLst>
            <pc:docMk/>
            <pc:sldMk cId="1300851151" sldId="281"/>
            <ac:spMk id="21" creationId="{0F8C47C3-2D21-D96F-8C3B-BC60FAB0A2E6}"/>
          </ac:spMkLst>
        </pc:spChg>
        <pc:spChg chg="add mod">
          <ac:chgData name="Haoyang Ma" userId="4529aa1443fdd02f" providerId="LiveId" clId="{7DABB8D2-1399-456E-9ABB-ACEBE1E188C6}" dt="2026-06-29T21:47:51.195" v="3311"/>
          <ac:spMkLst>
            <pc:docMk/>
            <pc:sldMk cId="1300851151" sldId="281"/>
            <ac:spMk id="22" creationId="{9CF89C1D-246F-E774-619E-CFAAEC7A6C0E}"/>
          </ac:spMkLst>
        </pc:spChg>
        <pc:spChg chg="add mod">
          <ac:chgData name="Haoyang Ma" userId="4529aa1443fdd02f" providerId="LiveId" clId="{7DABB8D2-1399-456E-9ABB-ACEBE1E188C6}" dt="2026-06-29T21:47:51.195" v="3311"/>
          <ac:spMkLst>
            <pc:docMk/>
            <pc:sldMk cId="1300851151" sldId="281"/>
            <ac:spMk id="23" creationId="{028B42DA-F449-B6FE-1DEA-8EB77BB34560}"/>
          </ac:spMkLst>
        </pc:spChg>
        <pc:spChg chg="del">
          <ac:chgData name="Haoyang Ma" userId="4529aa1443fdd02f" providerId="LiveId" clId="{7DABB8D2-1399-456E-9ABB-ACEBE1E188C6}" dt="2026-06-29T21:50:42.930" v="3624" actId="478"/>
          <ac:spMkLst>
            <pc:docMk/>
            <pc:sldMk cId="1300851151" sldId="281"/>
            <ac:spMk id="24" creationId="{898339E5-9B2D-42ED-AF6D-DFEFE5B669F7}"/>
          </ac:spMkLst>
        </pc:spChg>
        <pc:spChg chg="mod">
          <ac:chgData name="Haoyang Ma" userId="4529aa1443fdd02f" providerId="LiveId" clId="{7DABB8D2-1399-456E-9ABB-ACEBE1E188C6}" dt="2026-06-29T21:51:08.383" v="3629" actId="14100"/>
          <ac:spMkLst>
            <pc:docMk/>
            <pc:sldMk cId="1300851151" sldId="281"/>
            <ac:spMk id="25" creationId="{20E2AEFA-8514-4B05-9531-9FC8327277F5}"/>
          </ac:spMkLst>
        </pc:spChg>
        <pc:spChg chg="add mod">
          <ac:chgData name="Haoyang Ma" userId="4529aa1443fdd02f" providerId="LiveId" clId="{7DABB8D2-1399-456E-9ABB-ACEBE1E188C6}" dt="2026-06-29T21:47:51.195" v="3311"/>
          <ac:spMkLst>
            <pc:docMk/>
            <pc:sldMk cId="1300851151" sldId="281"/>
            <ac:spMk id="27" creationId="{3AE389FD-9982-65F4-D703-BB90AA9A5704}"/>
          </ac:spMkLst>
        </pc:spChg>
        <pc:spChg chg="add mod">
          <ac:chgData name="Haoyang Ma" userId="4529aa1443fdd02f" providerId="LiveId" clId="{7DABB8D2-1399-456E-9ABB-ACEBE1E188C6}" dt="2026-06-29T21:47:51.195" v="3311"/>
          <ac:spMkLst>
            <pc:docMk/>
            <pc:sldMk cId="1300851151" sldId="281"/>
            <ac:spMk id="28" creationId="{0F251532-1D94-1276-C70A-DF0A569ED41A}"/>
          </ac:spMkLst>
        </pc:spChg>
        <pc:spChg chg="add mod">
          <ac:chgData name="Haoyang Ma" userId="4529aa1443fdd02f" providerId="LiveId" clId="{7DABB8D2-1399-456E-9ABB-ACEBE1E188C6}" dt="2026-06-29T21:50:12.259" v="3579" actId="1076"/>
          <ac:spMkLst>
            <pc:docMk/>
            <pc:sldMk cId="1300851151" sldId="281"/>
            <ac:spMk id="29" creationId="{556A155A-86F4-9047-FC79-D17C5594A132}"/>
          </ac:spMkLst>
        </pc:spChg>
        <pc:spChg chg="add mod">
          <ac:chgData name="Haoyang Ma" userId="4529aa1443fdd02f" providerId="LiveId" clId="{7DABB8D2-1399-456E-9ABB-ACEBE1E188C6}" dt="2026-06-29T21:48:04.659" v="3315" actId="1076"/>
          <ac:spMkLst>
            <pc:docMk/>
            <pc:sldMk cId="1300851151" sldId="281"/>
            <ac:spMk id="30" creationId="{E9EA9CCF-2ED4-73C3-B9FE-7BD431894319}"/>
          </ac:spMkLst>
        </pc:spChg>
        <pc:spChg chg="add mod">
          <ac:chgData name="Haoyang Ma" userId="4529aa1443fdd02f" providerId="LiveId" clId="{7DABB8D2-1399-456E-9ABB-ACEBE1E188C6}" dt="2026-06-29T21:48:04.659" v="3315" actId="1076"/>
          <ac:spMkLst>
            <pc:docMk/>
            <pc:sldMk cId="1300851151" sldId="281"/>
            <ac:spMk id="31" creationId="{D59FB0BA-A2BC-8787-CBA7-8FA909EB5D3C}"/>
          </ac:spMkLst>
        </pc:spChg>
        <pc:spChg chg="add mod">
          <ac:chgData name="Haoyang Ma" userId="4529aa1443fdd02f" providerId="LiveId" clId="{7DABB8D2-1399-456E-9ABB-ACEBE1E188C6}" dt="2026-06-29T21:50:20.249" v="3605" actId="20577"/>
          <ac:spMkLst>
            <pc:docMk/>
            <pc:sldMk cId="1300851151" sldId="281"/>
            <ac:spMk id="32" creationId="{986C197F-B72C-3607-1B2B-280CD1F21714}"/>
          </ac:spMkLst>
        </pc:spChg>
        <pc:spChg chg="add mod">
          <ac:chgData name="Haoyang Ma" userId="4529aa1443fdd02f" providerId="LiveId" clId="{7DABB8D2-1399-456E-9ABB-ACEBE1E188C6}" dt="2026-06-29T21:50:40.152" v="3623" actId="20577"/>
          <ac:spMkLst>
            <pc:docMk/>
            <pc:sldMk cId="1300851151" sldId="281"/>
            <ac:spMk id="33" creationId="{31DA3A72-7747-0726-EFF6-4C124900B93B}"/>
          </ac:spMkLst>
        </pc:spChg>
      </pc:sldChg>
      <pc:sldChg chg="addSp delSp modSp add mod">
        <pc:chgData name="Haoyang Ma" userId="4529aa1443fdd02f" providerId="LiveId" clId="{7DABB8D2-1399-456E-9ABB-ACEBE1E188C6}" dt="2026-06-29T22:15:21.823" v="4765" actId="20577"/>
        <pc:sldMkLst>
          <pc:docMk/>
          <pc:sldMk cId="3178194351" sldId="282"/>
        </pc:sldMkLst>
        <pc:spChg chg="del">
          <ac:chgData name="Haoyang Ma" userId="4529aa1443fdd02f" providerId="LiveId" clId="{7DABB8D2-1399-456E-9ABB-ACEBE1E188C6}" dt="2026-06-29T22:12:50.934" v="4541" actId="478"/>
          <ac:spMkLst>
            <pc:docMk/>
            <pc:sldMk cId="3178194351" sldId="282"/>
            <ac:spMk id="6" creationId="{7F482FDE-5D0A-4D72-839A-0C8EA84DE405}"/>
          </ac:spMkLst>
        </pc:spChg>
        <pc:spChg chg="add mod">
          <ac:chgData name="Haoyang Ma" userId="4529aa1443fdd02f" providerId="LiveId" clId="{7DABB8D2-1399-456E-9ABB-ACEBE1E188C6}" dt="2026-06-29T22:14:13.609" v="4625" actId="1076"/>
          <ac:spMkLst>
            <pc:docMk/>
            <pc:sldMk cId="3178194351" sldId="282"/>
            <ac:spMk id="7" creationId="{0FF5B835-A8FC-0D9E-CC8C-9CCF81A0D3C3}"/>
          </ac:spMkLst>
        </pc:spChg>
        <pc:spChg chg="add mod">
          <ac:chgData name="Haoyang Ma" userId="4529aa1443fdd02f" providerId="LiveId" clId="{7DABB8D2-1399-456E-9ABB-ACEBE1E188C6}" dt="2026-06-29T22:15:21.823" v="4765" actId="20577"/>
          <ac:spMkLst>
            <pc:docMk/>
            <pc:sldMk cId="3178194351" sldId="282"/>
            <ac:spMk id="8" creationId="{D4C6E8D2-351F-15C3-57B4-E93B4E686E30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9" creationId="{96D4B209-2964-16DA-B6B3-0AE191E76937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10" creationId="{0CDE52E6-B2F3-FDFF-DBB7-1F4CB59D7466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11" creationId="{42DEB5B2-5317-8DED-ED20-903F1BEF0867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12" creationId="{BC68E2B9-F69B-0B9D-D538-E1B2F7993346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13" creationId="{44D78238-8DB5-3947-7A1C-95DD774C643E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14" creationId="{42E2E0ED-3706-15AF-62B0-02769BF1C3AA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15" creationId="{AF0154A1-E718-B1F1-5FE6-42F8B3483239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16" creationId="{DDFA5237-8710-7266-04F3-7D367CABA8DE}"/>
          </ac:spMkLst>
        </pc:spChg>
        <pc:spChg chg="del">
          <ac:chgData name="Haoyang Ma" userId="4529aa1443fdd02f" providerId="LiveId" clId="{7DABB8D2-1399-456E-9ABB-ACEBE1E188C6}" dt="2026-06-29T22:13:12.871" v="4581" actId="478"/>
          <ac:spMkLst>
            <pc:docMk/>
            <pc:sldMk cId="3178194351" sldId="282"/>
            <ac:spMk id="27" creationId="{B3A06EE8-88DD-24FA-3E09-5CF5FD6B2137}"/>
          </ac:spMkLst>
        </pc:spChg>
        <pc:spChg chg="del">
          <ac:chgData name="Haoyang Ma" userId="4529aa1443fdd02f" providerId="LiveId" clId="{7DABB8D2-1399-456E-9ABB-ACEBE1E188C6}" dt="2026-06-29T22:13:10.803" v="4580" actId="478"/>
          <ac:spMkLst>
            <pc:docMk/>
            <pc:sldMk cId="3178194351" sldId="282"/>
            <ac:spMk id="28" creationId="{FC4C4F0E-1A09-AFA7-C745-2CCEE7640E3C}"/>
          </ac:spMkLst>
        </pc:spChg>
        <pc:spChg chg="del">
          <ac:chgData name="Haoyang Ma" userId="4529aa1443fdd02f" providerId="LiveId" clId="{7DABB8D2-1399-456E-9ABB-ACEBE1E188C6}" dt="2026-06-29T22:13:10.803" v="4580" actId="478"/>
          <ac:spMkLst>
            <pc:docMk/>
            <pc:sldMk cId="3178194351" sldId="282"/>
            <ac:spMk id="29" creationId="{6D794A5C-86D6-634B-681A-43AEFFB2E1CD}"/>
          </ac:spMkLst>
        </pc:spChg>
        <pc:spChg chg="del">
          <ac:chgData name="Haoyang Ma" userId="4529aa1443fdd02f" providerId="LiveId" clId="{7DABB8D2-1399-456E-9ABB-ACEBE1E188C6}" dt="2026-06-29T22:13:12.871" v="4581" actId="478"/>
          <ac:spMkLst>
            <pc:docMk/>
            <pc:sldMk cId="3178194351" sldId="282"/>
            <ac:spMk id="30" creationId="{56B1B624-894F-10C9-E41C-5DDA218338FE}"/>
          </ac:spMkLst>
        </pc:spChg>
        <pc:spChg chg="del">
          <ac:chgData name="Haoyang Ma" userId="4529aa1443fdd02f" providerId="LiveId" clId="{7DABB8D2-1399-456E-9ABB-ACEBE1E188C6}" dt="2026-06-29T22:13:10.803" v="4580" actId="478"/>
          <ac:spMkLst>
            <pc:docMk/>
            <pc:sldMk cId="3178194351" sldId="282"/>
            <ac:spMk id="31" creationId="{3761DBBD-9186-E958-7649-F85E043EB716}"/>
          </ac:spMkLst>
        </pc:spChg>
        <pc:spChg chg="del">
          <ac:chgData name="Haoyang Ma" userId="4529aa1443fdd02f" providerId="LiveId" clId="{7DABB8D2-1399-456E-9ABB-ACEBE1E188C6}" dt="2026-06-29T22:13:10.803" v="4580" actId="478"/>
          <ac:spMkLst>
            <pc:docMk/>
            <pc:sldMk cId="3178194351" sldId="282"/>
            <ac:spMk id="32" creationId="{60E76C37-5435-FF52-639A-DFB2B924D33F}"/>
          </ac:spMkLst>
        </pc:spChg>
        <pc:spChg chg="del">
          <ac:chgData name="Haoyang Ma" userId="4529aa1443fdd02f" providerId="LiveId" clId="{7DABB8D2-1399-456E-9ABB-ACEBE1E188C6}" dt="2026-06-29T22:13:12.871" v="4581" actId="478"/>
          <ac:spMkLst>
            <pc:docMk/>
            <pc:sldMk cId="3178194351" sldId="282"/>
            <ac:spMk id="33" creationId="{9504B5A5-BE31-78A2-5155-BE74F7E65F56}"/>
          </ac:spMkLst>
        </pc:spChg>
        <pc:spChg chg="del">
          <ac:chgData name="Haoyang Ma" userId="4529aa1443fdd02f" providerId="LiveId" clId="{7DABB8D2-1399-456E-9ABB-ACEBE1E188C6}" dt="2026-06-29T22:13:10.803" v="4580" actId="478"/>
          <ac:spMkLst>
            <pc:docMk/>
            <pc:sldMk cId="3178194351" sldId="282"/>
            <ac:spMk id="34" creationId="{5A311E9D-F11C-C60A-20A9-856DCA3B2D3B}"/>
          </ac:spMkLst>
        </pc:spChg>
        <pc:spChg chg="del">
          <ac:chgData name="Haoyang Ma" userId="4529aa1443fdd02f" providerId="LiveId" clId="{7DABB8D2-1399-456E-9ABB-ACEBE1E188C6}" dt="2026-06-29T22:13:10.803" v="4580" actId="478"/>
          <ac:spMkLst>
            <pc:docMk/>
            <pc:sldMk cId="3178194351" sldId="282"/>
            <ac:spMk id="35" creationId="{8EA726A3-20B6-2735-DC95-D8C0182FA0B9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36" creationId="{BDAE09B9-4EBB-9616-2DDB-B96EDB47769E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37" creationId="{3DE1C21D-EC1A-1A5F-460A-75B08186E8A7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38" creationId="{1DAC611F-B188-9A4A-211B-72575445E4F1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39" creationId="{38FE08BA-CE46-316C-4BF0-C2D7A66A2271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40" creationId="{84A302BD-19FB-E8C4-B2D1-FBF82B257125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41" creationId="{1D723362-4ABF-FD59-FF4B-189DC43EE9C3}"/>
          </ac:spMkLst>
        </pc:spChg>
        <pc:spChg chg="add mod">
          <ac:chgData name="Haoyang Ma" userId="4529aa1443fdd02f" providerId="LiveId" clId="{7DABB8D2-1399-456E-9ABB-ACEBE1E188C6}" dt="2026-06-29T22:13:33.198" v="4583" actId="1076"/>
          <ac:spMkLst>
            <pc:docMk/>
            <pc:sldMk cId="3178194351" sldId="282"/>
            <ac:spMk id="44" creationId="{9675FA83-666D-BE12-FCC6-38A7E81976FE}"/>
          </ac:spMkLst>
        </pc:sp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17" creationId="{C63CA5AD-C135-DD8D-6E56-DB3E7E10427A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18" creationId="{0A15F87B-ED76-0772-7578-8CAA5D36FDF9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19" creationId="{ED1EF222-8C55-1EC0-DC57-C59DBE4848C3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20" creationId="{0C9B4B73-0F29-01A9-9CF1-39C12E2648A4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21" creationId="{41301ED6-237D-BD7B-9D64-0CA7B6BC84E5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22" creationId="{ACF48887-7E4C-F140-A2C9-F11EF6927E1D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23" creationId="{9812C7CE-42B3-52D9-CB98-A07AFF820786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24" creationId="{E27DD34C-7011-77D2-8536-C3F159E7016F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25" creationId="{BE2BE38D-A280-AB2D-99D2-E49DFB2A1ABE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42" creationId="{C38843A0-E133-1552-660A-9A71BB4CFF86}"/>
          </ac:cxnSpMkLst>
        </pc:cxnChg>
        <pc:cxnChg chg="add mod">
          <ac:chgData name="Haoyang Ma" userId="4529aa1443fdd02f" providerId="LiveId" clId="{7DABB8D2-1399-456E-9ABB-ACEBE1E188C6}" dt="2026-06-29T22:13:33.198" v="4583" actId="1076"/>
          <ac:cxnSpMkLst>
            <pc:docMk/>
            <pc:sldMk cId="3178194351" sldId="282"/>
            <ac:cxnSpMk id="43" creationId="{F4746CA4-4418-0A36-6485-327E114D898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8038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293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1592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8326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8421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5827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5109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49524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63931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612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4443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0867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8545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2A810F-0730-4407-BDD6-94B68C633883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9906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EgoLife Two-User QA Pipeline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CA5B4F8-B53D-4333-BB9B-C13D9A937509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49530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6227D5-E1B1-441F-8B7C-1315564C402A}"/>
              </a:ext>
            </a:extLst>
          </p:cNvPr>
          <p:cNvSpPr>
            <a:spLocks noGrp="1"/>
          </p:cNvSpPr>
          <p:nvPr/>
        </p:nvSpPr>
        <p:spPr>
          <a:xfrm>
            <a:off x="400050" y="42862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06757-42C9-431C-B7FD-10C8AB2EE2F2}"/>
              </a:ext>
            </a:extLst>
          </p:cNvPr>
          <p:cNvSpPr>
            <a:spLocks noGrp="1"/>
          </p:cNvSpPr>
          <p:nvPr/>
        </p:nvSpPr>
        <p:spPr>
          <a:xfrm>
            <a:off x="11277600" y="62960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320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5C4F7F2-0E2F-4AC2-9FAF-720E8648199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PIPELINE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B24424-E515-467D-945F-4426A6CB8A21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 dirty="0">
                <a:solidFill>
                  <a:srgbClr val="000000"/>
                </a:solidFill>
              </a:rPr>
              <a:t>The loop accepts a QA only after every gate agrees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0CE0FB2-9806-4120-8CC9-8654C3C90E2F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5B8E6C-4682-4120-8E6E-CDA05568AD9C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F1AE4E-2833-41D1-B067-6B9714F40881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C0DEE7-DACF-44D6-BF0E-F526DDFFCF1C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One evidence packet is processed through generation, review, answerability testing, and strict validation. Rejections become feedback for another attempt.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BAD36-69C5-4F2D-BE06-4AE3A9538D66}"/>
              </a:ext>
            </a:extLst>
          </p:cNvPr>
          <p:cNvSpPr>
            <a:spLocks noGrp="1"/>
          </p:cNvSpPr>
          <p:nvPr/>
        </p:nvSpPr>
        <p:spPr>
          <a:xfrm>
            <a:off x="1327034" y="2438356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DABC4D-A061-49DE-97AC-F4FBA0ED5C55}"/>
              </a:ext>
            </a:extLst>
          </p:cNvPr>
          <p:cNvSpPr>
            <a:spLocks noGrp="1"/>
          </p:cNvSpPr>
          <p:nvPr/>
        </p:nvSpPr>
        <p:spPr>
          <a:xfrm>
            <a:off x="1460384" y="2571706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BA5D24-C51A-41AF-8507-3FA57D941FFF}"/>
              </a:ext>
            </a:extLst>
          </p:cNvPr>
          <p:cNvSpPr>
            <a:spLocks noGrp="1"/>
          </p:cNvSpPr>
          <p:nvPr/>
        </p:nvSpPr>
        <p:spPr>
          <a:xfrm>
            <a:off x="1460384" y="2609806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539CBD-08F7-4684-9B81-6853DCD51124}"/>
              </a:ext>
            </a:extLst>
          </p:cNvPr>
          <p:cNvSpPr>
            <a:spLocks noGrp="1"/>
          </p:cNvSpPr>
          <p:nvPr/>
        </p:nvSpPr>
        <p:spPr>
          <a:xfrm>
            <a:off x="1812809" y="2554972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 dirty="0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924604-6716-487C-BDDB-0F62FEA389B6}"/>
              </a:ext>
            </a:extLst>
          </p:cNvPr>
          <p:cNvSpPr>
            <a:spLocks noGrp="1"/>
          </p:cNvSpPr>
          <p:nvPr/>
        </p:nvSpPr>
        <p:spPr>
          <a:xfrm>
            <a:off x="1812809" y="2807515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 dirty="0">
                <a:solidFill>
                  <a:srgbClr val="555555"/>
                </a:solidFill>
              </a:rPr>
              <a:t>packet with users, clips, paths, gaze summaries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4FA44BC-3955-4D48-BA8D-86D1275307F7}"/>
              </a:ext>
            </a:extLst>
          </p:cNvPr>
          <p:cNvSpPr>
            <a:spLocks noGrp="1"/>
          </p:cNvSpPr>
          <p:nvPr/>
        </p:nvSpPr>
        <p:spPr>
          <a:xfrm>
            <a:off x="2765309" y="2933656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7AE8EA-764C-412A-87C0-4BBC30DBF8B2}"/>
              </a:ext>
            </a:extLst>
          </p:cNvPr>
          <p:cNvSpPr>
            <a:spLocks noGrp="1"/>
          </p:cNvSpPr>
          <p:nvPr/>
        </p:nvSpPr>
        <p:spPr>
          <a:xfrm>
            <a:off x="3051059" y="2609806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A9893-0396-4DC0-BA4E-B1B80B548EF0}"/>
              </a:ext>
            </a:extLst>
          </p:cNvPr>
          <p:cNvSpPr>
            <a:spLocks noGrp="1"/>
          </p:cNvSpPr>
          <p:nvPr/>
        </p:nvSpPr>
        <p:spPr>
          <a:xfrm>
            <a:off x="2936759" y="2438356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27D0CC-5464-4080-9862-A4479FA5EA3B}"/>
              </a:ext>
            </a:extLst>
          </p:cNvPr>
          <p:cNvSpPr>
            <a:spLocks noGrp="1"/>
          </p:cNvSpPr>
          <p:nvPr/>
        </p:nvSpPr>
        <p:spPr>
          <a:xfrm>
            <a:off x="3070109" y="2571706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F09715-FB89-4ED8-BBA8-6A891ACE8F09}"/>
              </a:ext>
            </a:extLst>
          </p:cNvPr>
          <p:cNvSpPr>
            <a:spLocks noGrp="1"/>
          </p:cNvSpPr>
          <p:nvPr/>
        </p:nvSpPr>
        <p:spPr>
          <a:xfrm>
            <a:off x="3070109" y="2609806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33DCEA-475A-4895-90E0-2D4D9D15C36C}"/>
              </a:ext>
            </a:extLst>
          </p:cNvPr>
          <p:cNvSpPr>
            <a:spLocks noGrp="1"/>
          </p:cNvSpPr>
          <p:nvPr/>
        </p:nvSpPr>
        <p:spPr>
          <a:xfrm>
            <a:off x="3360622" y="2562181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 dirty="0">
                <a:solidFill>
                  <a:srgbClr val="000000"/>
                </a:solidFill>
              </a:rPr>
              <a:t>Generate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644B8B-1CA4-4BB6-8A20-3A6825888D0A}"/>
              </a:ext>
            </a:extLst>
          </p:cNvPr>
          <p:cNvSpPr>
            <a:spLocks noGrp="1"/>
          </p:cNvSpPr>
          <p:nvPr/>
        </p:nvSpPr>
        <p:spPr>
          <a:xfrm>
            <a:off x="3346334" y="2848193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 dirty="0">
                <a:solidFill>
                  <a:srgbClr val="555555"/>
                </a:solidFill>
              </a:rPr>
              <a:t>one MCQ JSON with evidence fields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A5B3000-A3F0-41DC-B935-88EE365044A9}"/>
              </a:ext>
            </a:extLst>
          </p:cNvPr>
          <p:cNvSpPr>
            <a:spLocks noGrp="1"/>
          </p:cNvSpPr>
          <p:nvPr/>
        </p:nvSpPr>
        <p:spPr>
          <a:xfrm>
            <a:off x="4375034" y="2933656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05C182-8026-4D93-A6AA-8382DAFF0395}"/>
              </a:ext>
            </a:extLst>
          </p:cNvPr>
          <p:cNvSpPr>
            <a:spLocks noGrp="1"/>
          </p:cNvSpPr>
          <p:nvPr/>
        </p:nvSpPr>
        <p:spPr>
          <a:xfrm>
            <a:off x="4527434" y="2438356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D53BFD-0C55-4E8D-8653-30AAEDA19A22}"/>
              </a:ext>
            </a:extLst>
          </p:cNvPr>
          <p:cNvSpPr>
            <a:spLocks noGrp="1"/>
          </p:cNvSpPr>
          <p:nvPr/>
        </p:nvSpPr>
        <p:spPr>
          <a:xfrm>
            <a:off x="4660784" y="2571706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EE0762-7906-43C6-A2BA-44B7DEF446EB}"/>
              </a:ext>
            </a:extLst>
          </p:cNvPr>
          <p:cNvSpPr>
            <a:spLocks noGrp="1"/>
          </p:cNvSpPr>
          <p:nvPr/>
        </p:nvSpPr>
        <p:spPr>
          <a:xfrm>
            <a:off x="4660784" y="2609806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3A5DD5-57DE-47F0-AF6B-EF2817C93349}"/>
              </a:ext>
            </a:extLst>
          </p:cNvPr>
          <p:cNvSpPr>
            <a:spLocks noGrp="1"/>
          </p:cNvSpPr>
          <p:nvPr/>
        </p:nvSpPr>
        <p:spPr>
          <a:xfrm>
            <a:off x="5013209" y="2562181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 dirty="0">
                <a:solidFill>
                  <a:srgbClr val="000000"/>
                </a:solidFill>
              </a:rPr>
              <a:t>Schema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BBA5F2-A061-407B-90E0-9A191AE96805}"/>
              </a:ext>
            </a:extLst>
          </p:cNvPr>
          <p:cNvSpPr>
            <a:spLocks noGrp="1"/>
          </p:cNvSpPr>
          <p:nvPr/>
        </p:nvSpPr>
        <p:spPr>
          <a:xfrm>
            <a:off x="4956059" y="2864534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 dirty="0">
                <a:solidFill>
                  <a:srgbClr val="555555"/>
                </a:solidFill>
              </a:rPr>
              <a:t>basic structure and answer consistency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2307A1A-8980-42D5-92F2-169FE9460D92}"/>
              </a:ext>
            </a:extLst>
          </p:cNvPr>
          <p:cNvSpPr>
            <a:spLocks noGrp="1"/>
          </p:cNvSpPr>
          <p:nvPr/>
        </p:nvSpPr>
        <p:spPr>
          <a:xfrm>
            <a:off x="5965709" y="2933656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221037-E37E-4726-A668-67C3AC9E18EB}"/>
              </a:ext>
            </a:extLst>
          </p:cNvPr>
          <p:cNvSpPr>
            <a:spLocks noGrp="1"/>
          </p:cNvSpPr>
          <p:nvPr/>
        </p:nvSpPr>
        <p:spPr>
          <a:xfrm>
            <a:off x="6118109" y="2438356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3737F5-0E11-4D0B-8398-9668B6AC921F}"/>
              </a:ext>
            </a:extLst>
          </p:cNvPr>
          <p:cNvSpPr>
            <a:spLocks noGrp="1"/>
          </p:cNvSpPr>
          <p:nvPr/>
        </p:nvSpPr>
        <p:spPr>
          <a:xfrm>
            <a:off x="6251459" y="2571706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5AD7DA-410D-4E12-A7F7-E39BFD3C231D}"/>
              </a:ext>
            </a:extLst>
          </p:cNvPr>
          <p:cNvSpPr>
            <a:spLocks noGrp="1"/>
          </p:cNvSpPr>
          <p:nvPr/>
        </p:nvSpPr>
        <p:spPr>
          <a:xfrm>
            <a:off x="6251459" y="2609806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47AB5A-8705-46E2-9597-9E92CDC11ECD}"/>
              </a:ext>
            </a:extLst>
          </p:cNvPr>
          <p:cNvSpPr>
            <a:spLocks noGrp="1"/>
          </p:cNvSpPr>
          <p:nvPr/>
        </p:nvSpPr>
        <p:spPr>
          <a:xfrm>
            <a:off x="6571421" y="2565065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Judger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D028BE-E30F-4851-ABB4-45A6E419D28F}"/>
              </a:ext>
            </a:extLst>
          </p:cNvPr>
          <p:cNvSpPr>
            <a:spLocks noGrp="1"/>
          </p:cNvSpPr>
          <p:nvPr/>
        </p:nvSpPr>
        <p:spPr>
          <a:xfrm>
            <a:off x="6416749" y="2888915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 dirty="0">
                <a:solidFill>
                  <a:srgbClr val="555555"/>
                </a:solidFill>
              </a:rPr>
              <a:t>nine structured checks must pass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BECC513-91DE-438A-BF29-3CA71B5A22FB}"/>
              </a:ext>
            </a:extLst>
          </p:cNvPr>
          <p:cNvSpPr>
            <a:spLocks noGrp="1"/>
          </p:cNvSpPr>
          <p:nvPr/>
        </p:nvSpPr>
        <p:spPr>
          <a:xfrm>
            <a:off x="7556384" y="2933656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DF9ABE-BC41-47C9-AC04-3EB3C7AA0F66}"/>
              </a:ext>
            </a:extLst>
          </p:cNvPr>
          <p:cNvSpPr>
            <a:spLocks noGrp="1"/>
          </p:cNvSpPr>
          <p:nvPr/>
        </p:nvSpPr>
        <p:spPr>
          <a:xfrm>
            <a:off x="7708784" y="2438356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8D05A0-4D7C-42F1-BFF2-F613B3ABD688}"/>
              </a:ext>
            </a:extLst>
          </p:cNvPr>
          <p:cNvSpPr>
            <a:spLocks noGrp="1"/>
          </p:cNvSpPr>
          <p:nvPr/>
        </p:nvSpPr>
        <p:spPr>
          <a:xfrm>
            <a:off x="7794509" y="2576424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0888AC-8833-4D12-ACE3-1D94FD1A4463}"/>
              </a:ext>
            </a:extLst>
          </p:cNvPr>
          <p:cNvSpPr>
            <a:spLocks noGrp="1"/>
          </p:cNvSpPr>
          <p:nvPr/>
        </p:nvSpPr>
        <p:spPr>
          <a:xfrm>
            <a:off x="7842134" y="2609806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5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8984CD1-B750-4C33-9A5B-95702E14222A}"/>
              </a:ext>
            </a:extLst>
          </p:cNvPr>
          <p:cNvSpPr>
            <a:spLocks noGrp="1"/>
          </p:cNvSpPr>
          <p:nvPr/>
        </p:nvSpPr>
        <p:spPr>
          <a:xfrm>
            <a:off x="8021626" y="2562181"/>
            <a:ext cx="1268308" cy="3166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sz="1425" b="1" dirty="0">
                <a:solidFill>
                  <a:srgbClr val="000000"/>
                </a:solidFill>
              </a:rPr>
              <a:t>Answe</a:t>
            </a:r>
            <a:r>
              <a:rPr lang="en-US" sz="1425" b="1" dirty="0">
                <a:solidFill>
                  <a:srgbClr val="000000"/>
                </a:solidFill>
              </a:rPr>
              <a:t>rability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651D17-D636-476C-B70E-AD9C9B13A1A8}"/>
              </a:ext>
            </a:extLst>
          </p:cNvPr>
          <p:cNvSpPr>
            <a:spLocks noGrp="1"/>
          </p:cNvSpPr>
          <p:nvPr/>
        </p:nvSpPr>
        <p:spPr>
          <a:xfrm>
            <a:off x="8127884" y="2755783"/>
            <a:ext cx="1123950" cy="6034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b="0" dirty="0">
                <a:solidFill>
                  <a:srgbClr val="555555"/>
                </a:solidFill>
              </a:rPr>
              <a:t>Should ideally</a:t>
            </a:r>
          </a:p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dirty="0">
                <a:solidFill>
                  <a:srgbClr val="555555"/>
                </a:solidFill>
              </a:rPr>
              <a:t>be answerable only by combining evidence</a:t>
            </a:r>
            <a:endParaRPr sz="1125" b="0" dirty="0">
              <a:solidFill>
                <a:srgbClr val="555555"/>
              </a:solidFill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42C25C7-9796-4FA5-82AD-416ED36152EA}"/>
              </a:ext>
            </a:extLst>
          </p:cNvPr>
          <p:cNvSpPr>
            <a:spLocks noGrp="1"/>
          </p:cNvSpPr>
          <p:nvPr/>
        </p:nvSpPr>
        <p:spPr>
          <a:xfrm>
            <a:off x="9147059" y="2933656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812D26-803E-4858-8BE9-1558F77D3614}"/>
              </a:ext>
            </a:extLst>
          </p:cNvPr>
          <p:cNvSpPr>
            <a:spLocks noGrp="1"/>
          </p:cNvSpPr>
          <p:nvPr/>
        </p:nvSpPr>
        <p:spPr>
          <a:xfrm>
            <a:off x="9299459" y="2438356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6833DB-CB44-4C76-B2AB-849328DBA7AF}"/>
              </a:ext>
            </a:extLst>
          </p:cNvPr>
          <p:cNvSpPr>
            <a:spLocks noGrp="1"/>
          </p:cNvSpPr>
          <p:nvPr/>
        </p:nvSpPr>
        <p:spPr>
          <a:xfrm>
            <a:off x="9432809" y="2571706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21B53E5-2750-4669-A1E5-8F7F09D2BC66}"/>
              </a:ext>
            </a:extLst>
          </p:cNvPr>
          <p:cNvSpPr>
            <a:spLocks noGrp="1"/>
          </p:cNvSpPr>
          <p:nvPr/>
        </p:nvSpPr>
        <p:spPr>
          <a:xfrm>
            <a:off x="9432809" y="2609806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6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21132F-CED4-4D7E-B4A6-5A2CA5AD06A8}"/>
              </a:ext>
            </a:extLst>
          </p:cNvPr>
          <p:cNvSpPr>
            <a:spLocks noGrp="1"/>
          </p:cNvSpPr>
          <p:nvPr/>
        </p:nvSpPr>
        <p:spPr>
          <a:xfrm>
            <a:off x="9670934" y="2568123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Acceptance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F3B78F-A7E6-459B-9EF1-696098E7C572}"/>
              </a:ext>
            </a:extLst>
          </p:cNvPr>
          <p:cNvSpPr>
            <a:spLocks noGrp="1"/>
          </p:cNvSpPr>
          <p:nvPr/>
        </p:nvSpPr>
        <p:spPr>
          <a:xfrm>
            <a:off x="9766184" y="2857456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sz="1125" b="0" dirty="0">
                <a:solidFill>
                  <a:srgbClr val="555555"/>
                </a:solidFill>
              </a:rPr>
              <a:t>review, trace, audit, gates present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2C0A7A-0529-494B-AB16-BE6506DEBA79}"/>
              </a:ext>
            </a:extLst>
          </p:cNvPr>
          <p:cNvSpPr>
            <a:spLocks noGrp="1"/>
          </p:cNvSpPr>
          <p:nvPr/>
        </p:nvSpPr>
        <p:spPr>
          <a:xfrm>
            <a:off x="1238250" y="4333875"/>
            <a:ext cx="9715500" cy="742950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851AF1-229E-42C3-A458-A89BB21B60B8}"/>
              </a:ext>
            </a:extLst>
          </p:cNvPr>
          <p:cNvSpPr>
            <a:spLocks noGrp="1"/>
          </p:cNvSpPr>
          <p:nvPr/>
        </p:nvSpPr>
        <p:spPr>
          <a:xfrm>
            <a:off x="1485900" y="452437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Retry rule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71427FD-82DF-44A7-B2C7-BEA96F12B430}"/>
              </a:ext>
            </a:extLst>
          </p:cNvPr>
          <p:cNvSpPr>
            <a:spLocks noGrp="1"/>
          </p:cNvSpPr>
          <p:nvPr/>
        </p:nvSpPr>
        <p:spPr>
          <a:xfrm>
            <a:off x="3048000" y="4467225"/>
            <a:ext cx="742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If JSON parsing, schema, reviewer, answerability, or strict validation fails, the attempt is recorded and feedback is injected into the next attempt.</a:t>
            </a:r>
          </a:p>
        </p:txBody>
      </p:sp>
    </p:spTree>
    <p:extLst>
      <p:ext uri="{BB962C8B-B14F-4D97-AF65-F5344CB8AC3E}">
        <p14:creationId xmlns:p14="http://schemas.microsoft.com/office/powerpoint/2010/main" val="80890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CD536BE-F720-49C8-9589-117F54C2219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INPUT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0A34C6-6E15-475B-9EC3-5505464CF567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 dirty="0">
                <a:solidFill>
                  <a:srgbClr val="000000"/>
                </a:solidFill>
              </a:rPr>
              <a:t>Each packet is converted into media plus metadata context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8F78342-7449-44F7-85B3-1189C1D66AD4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D0234-F062-4943-94ED-3D586CE9454D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20520-281B-4DEF-954D-25DE8BEB1B1F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7324E9-46D9-440C-A2C2-689E7C195572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The loop reads JSONL evidence rows, chooses a question type, gathers media paths, and starts a per-packet attempt trace.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82F195-0579-46A3-8666-035A76CD5071}"/>
              </a:ext>
            </a:extLst>
          </p:cNvPr>
          <p:cNvSpPr>
            <a:spLocks noGrp="1"/>
          </p:cNvSpPr>
          <p:nvPr/>
        </p:nvSpPr>
        <p:spPr>
          <a:xfrm>
            <a:off x="400050" y="2381250"/>
            <a:ext cx="2457450" cy="2857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861C0-93DA-469B-A30A-1A938F5B6601}"/>
              </a:ext>
            </a:extLst>
          </p:cNvPr>
          <p:cNvSpPr>
            <a:spLocks noGrp="1"/>
          </p:cNvSpPr>
          <p:nvPr/>
        </p:nvSpPr>
        <p:spPr>
          <a:xfrm>
            <a:off x="590550" y="26289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Evidence packet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39481F-B99B-4192-887B-0E5FFDB58E2B}"/>
              </a:ext>
            </a:extLst>
          </p:cNvPr>
          <p:cNvSpPr>
            <a:spLocks noGrp="1"/>
          </p:cNvSpPr>
          <p:nvPr/>
        </p:nvSpPr>
        <p:spPr>
          <a:xfrm>
            <a:off x="590550" y="318135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evidence_id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required_users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lang="en-US" sz="1350" b="0" dirty="0">
                <a:solidFill>
                  <a:srgbClr val="555555"/>
                </a:solidFill>
              </a:rPr>
              <a:t>videos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source_urls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8D0B6-7216-43EA-ABD2-1C303E69437F}"/>
              </a:ext>
            </a:extLst>
          </p:cNvPr>
          <p:cNvSpPr>
            <a:spLocks noGrp="1"/>
          </p:cNvSpPr>
          <p:nvPr/>
        </p:nvSpPr>
        <p:spPr>
          <a:xfrm>
            <a:off x="3248025" y="2381250"/>
            <a:ext cx="2457450" cy="2857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5D7BB9-2519-4616-859B-34F9D414A93A}"/>
              </a:ext>
            </a:extLst>
          </p:cNvPr>
          <p:cNvSpPr>
            <a:spLocks noGrp="1"/>
          </p:cNvSpPr>
          <p:nvPr/>
        </p:nvSpPr>
        <p:spPr>
          <a:xfrm>
            <a:off x="3438525" y="26289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en-US" b="1" dirty="0">
                <a:solidFill>
                  <a:srgbClr val="000000"/>
                </a:solidFill>
              </a:rPr>
              <a:t>Video stream fields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056C1-273A-4F64-81A1-32C68E41D1CA}"/>
              </a:ext>
            </a:extLst>
          </p:cNvPr>
          <p:cNvSpPr>
            <a:spLocks noGrp="1"/>
          </p:cNvSpPr>
          <p:nvPr/>
        </p:nvSpPr>
        <p:spPr>
          <a:xfrm>
            <a:off x="3438525" y="318135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agent_name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day/time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local_video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video_url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1E0BB-184C-4402-9B92-A5AC53795A46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2457450" cy="2857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D493BF-5DA8-43B7-969F-1433454F890B}"/>
              </a:ext>
            </a:extLst>
          </p:cNvPr>
          <p:cNvSpPr>
            <a:spLocks noGrp="1"/>
          </p:cNvSpPr>
          <p:nvPr/>
        </p:nvSpPr>
        <p:spPr>
          <a:xfrm>
            <a:off x="6286500" y="26289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Context passed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F92AB-CCD4-4966-8A49-6DB4BE092B3C}"/>
              </a:ext>
            </a:extLst>
          </p:cNvPr>
          <p:cNvSpPr>
            <a:spLocks noGrp="1"/>
          </p:cNvSpPr>
          <p:nvPr/>
        </p:nvSpPr>
        <p:spPr>
          <a:xfrm>
            <a:off x="6286500" y="318135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source metadata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lang="en-US" sz="1350" b="0" dirty="0">
                <a:solidFill>
                  <a:srgbClr val="555555"/>
                </a:solidFill>
              </a:rPr>
              <a:t>gaze-summary (inactive for now)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en-US" sz="1350" dirty="0">
                <a:solidFill>
                  <a:srgbClr val="555555"/>
                </a:solidFill>
              </a:rPr>
              <a:t>- CLIP guidance/hints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923B64-C942-417D-B0B5-9103D4EED23E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457450" cy="2857500"/>
          </a:xfrm>
          <a:prstGeom prst="rect">
            <a:avLst/>
          </a:prstGeom>
          <a:solidFill>
            <a:srgbClr val="FFE5D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671A2B-D8E4-4529-80A9-6AF0C34432F2}"/>
              </a:ext>
            </a:extLst>
          </p:cNvPr>
          <p:cNvSpPr>
            <a:spLocks noGrp="1"/>
          </p:cNvSpPr>
          <p:nvPr/>
        </p:nvSpPr>
        <p:spPr>
          <a:xfrm>
            <a:off x="9134475" y="2628900"/>
            <a:ext cx="2076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Question type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C3A03F-3A04-4A78-8F72-7022D16AB336}"/>
              </a:ext>
            </a:extLst>
          </p:cNvPr>
          <p:cNvSpPr>
            <a:spLocks noGrp="1"/>
          </p:cNvSpPr>
          <p:nvPr/>
        </p:nvSpPr>
        <p:spPr>
          <a:xfrm>
            <a:off x="9134475" y="3181350"/>
            <a:ext cx="20764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commonality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lang="en-US" sz="1350" b="0" dirty="0">
                <a:solidFill>
                  <a:srgbClr val="555555"/>
                </a:solidFill>
              </a:rPr>
              <a:t>D</a:t>
            </a:r>
            <a:r>
              <a:rPr sz="1350" b="0" dirty="0">
                <a:solidFill>
                  <a:srgbClr val="555555"/>
                </a:solidFill>
              </a:rPr>
              <a:t>ifference</a:t>
            </a:r>
            <a:endParaRPr lang="en-US"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en-US" sz="1350" dirty="0">
                <a:solidFill>
                  <a:srgbClr val="555555"/>
                </a:solidFill>
              </a:rPr>
              <a:t>…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13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0446BC6-8D18-444C-A3CD-EAB1AE49102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MODE FORK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5D91A2-2E40-4E1F-9F65-BAE8D5ED0206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 dirty="0">
                <a:solidFill>
                  <a:srgbClr val="000000"/>
                </a:solidFill>
              </a:rPr>
              <a:t>The generation mode changes only the generator branch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D5274A3-766A-4115-9FE8-B4BE24A3ED47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50C1C-2EDA-40C3-8CAB-5E8CDB86067D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3CA47-4DC9-4FB1-A0DF-6F0BF82356E3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120F3-6454-473A-B526-50277C8363EB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09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All modes share the same downstream reviewer, answerability gate, strict validation, retry bookkeeping, and output files.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F7A86-D1DE-47AD-AFEF-4AE6B6CA50BC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3390900" cy="2762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E08594-E853-433C-967F-0C0ECDE99B02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baseline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376BFE-2525-478E-9667-7150C3DB625C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29146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One VLM call writes the MCQ directly from videos and metadata.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D7BAF9A-2E83-4872-B464-60401F842B28}"/>
              </a:ext>
            </a:extLst>
          </p:cNvPr>
          <p:cNvSpPr>
            <a:spLocks noGrp="1"/>
          </p:cNvSpPr>
          <p:nvPr/>
        </p:nvSpPr>
        <p:spPr>
          <a:xfrm>
            <a:off x="628650" y="4305300"/>
            <a:ext cx="2857500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2A17C-0C17-4909-95E0-D5E2E7383BE3}"/>
              </a:ext>
            </a:extLst>
          </p:cNvPr>
          <p:cNvSpPr>
            <a:spLocks noGrp="1"/>
          </p:cNvSpPr>
          <p:nvPr/>
        </p:nvSpPr>
        <p:spPr>
          <a:xfrm>
            <a:off x="628650" y="453390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Fastest path; relation discovery and question writing are bundled.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6EABA-525F-4550-9E75-9A3CA3C00307}"/>
              </a:ext>
            </a:extLst>
          </p:cNvPr>
          <p:cNvSpPr>
            <a:spLocks noGrp="1"/>
          </p:cNvSpPr>
          <p:nvPr/>
        </p:nvSpPr>
        <p:spPr>
          <a:xfrm>
            <a:off x="4200525" y="2428875"/>
            <a:ext cx="3390900" cy="2762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B959E-47A7-41AF-BD72-8AF6117C2D6B}"/>
              </a:ext>
            </a:extLst>
          </p:cNvPr>
          <p:cNvSpPr>
            <a:spLocks noGrp="1"/>
          </p:cNvSpPr>
          <p:nvPr/>
        </p:nvSpPr>
        <p:spPr>
          <a:xfrm>
            <a:off x="4429125" y="2686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 dirty="0" err="1">
                <a:solidFill>
                  <a:srgbClr val="000000"/>
                </a:solidFill>
              </a:rPr>
              <a:t>clip_guided</a:t>
            </a:r>
            <a:endParaRPr sz="2250" b="1" dirty="0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57885D-EDE4-45F1-A019-1FD6A730C7FA}"/>
              </a:ext>
            </a:extLst>
          </p:cNvPr>
          <p:cNvSpPr>
            <a:spLocks noGrp="1"/>
          </p:cNvSpPr>
          <p:nvPr/>
        </p:nvSpPr>
        <p:spPr>
          <a:xfrm>
            <a:off x="4429125" y="3276600"/>
            <a:ext cx="29146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Same direct generator path, but with CLIP retrieval hints.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EBF66F4-4C40-4247-A9AD-30F29587D73B}"/>
              </a:ext>
            </a:extLst>
          </p:cNvPr>
          <p:cNvSpPr>
            <a:spLocks noGrp="1"/>
          </p:cNvSpPr>
          <p:nvPr/>
        </p:nvSpPr>
        <p:spPr>
          <a:xfrm>
            <a:off x="4429125" y="4305300"/>
            <a:ext cx="2857500" cy="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810017-03AE-4260-B854-7597CAB35618}"/>
              </a:ext>
            </a:extLst>
          </p:cNvPr>
          <p:cNvSpPr>
            <a:spLocks noGrp="1"/>
          </p:cNvSpPr>
          <p:nvPr/>
        </p:nvSpPr>
        <p:spPr>
          <a:xfrm>
            <a:off x="4429125" y="453390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Useful when candidate distinctive moments are pre-mined.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C464B7-675F-4B50-8947-15743E08B03B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3390900" cy="2762250"/>
          </a:xfrm>
          <a:prstGeom prst="rect">
            <a:avLst/>
          </a:prstGeom>
          <a:solidFill>
            <a:srgbClr val="FFE5D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20C7FA-19C6-4240-B36A-E50983F5AFA3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discovery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A5A235-C0B4-4AF3-9F67-F12F8A4A7381}"/>
              </a:ext>
            </a:extLst>
          </p:cNvPr>
          <p:cNvSpPr>
            <a:spLocks noGrp="1"/>
          </p:cNvSpPr>
          <p:nvPr/>
        </p:nvSpPr>
        <p:spPr>
          <a:xfrm>
            <a:off x="8229600" y="3276600"/>
            <a:ext cx="29146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Planner VLM call selects a relation, then generator writes the MCQ.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CCE6902-C59B-4C1E-9888-94AEB26E6933}"/>
              </a:ext>
            </a:extLst>
          </p:cNvPr>
          <p:cNvSpPr>
            <a:spLocks noGrp="1"/>
          </p:cNvSpPr>
          <p:nvPr/>
        </p:nvSpPr>
        <p:spPr>
          <a:xfrm>
            <a:off x="8229600" y="4305300"/>
            <a:ext cx="28575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A13760-6E52-4739-98CC-A4D5D297F27C}"/>
              </a:ext>
            </a:extLst>
          </p:cNvPr>
          <p:cNvSpPr>
            <a:spLocks noGrp="1"/>
          </p:cNvSpPr>
          <p:nvPr/>
        </p:nvSpPr>
        <p:spPr>
          <a:xfrm>
            <a:off x="8229600" y="453390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More traceable; lets retries choose a different relation.</a:t>
            </a:r>
          </a:p>
        </p:txBody>
      </p:sp>
    </p:spTree>
    <p:extLst>
      <p:ext uri="{BB962C8B-B14F-4D97-AF65-F5344CB8AC3E}">
        <p14:creationId xmlns:p14="http://schemas.microsoft.com/office/powerpoint/2010/main" val="14271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D8B27E-3896-4922-BAEE-4B42A88F3DB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Baseline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95F31-C6A4-4CA6-BD48-3B09291D6462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Baseline pipeline flow chart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D112EA5-2D44-4B3A-B172-0634C7770B34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72E143-556D-4A1E-BB51-F863C2C77E24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F4683-0311-4CB7-9613-340C975996E4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8" name="Google Shape;3168;p248">
            <a:extLst>
              <a:ext uri="{FF2B5EF4-FFF2-40B4-BE49-F238E27FC236}">
                <a16:creationId xmlns:a16="http://schemas.microsoft.com/office/drawing/2014/main" id="{7BB57715-F4F2-D196-B159-A7FF4FF1E6D6}"/>
              </a:ext>
            </a:extLst>
          </p:cNvPr>
          <p:cNvSpPr/>
          <p:nvPr/>
        </p:nvSpPr>
        <p:spPr>
          <a:xfrm>
            <a:off x="552450" y="2333625"/>
            <a:ext cx="13527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Raw video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evidence packet</a:t>
            </a:r>
            <a:endParaRPr/>
          </a:p>
        </p:txBody>
      </p:sp>
      <p:sp>
        <p:nvSpPr>
          <p:cNvPr id="10" name="Google Shape;3169;p248">
            <a:extLst>
              <a:ext uri="{FF2B5EF4-FFF2-40B4-BE49-F238E27FC236}">
                <a16:creationId xmlns:a16="http://schemas.microsoft.com/office/drawing/2014/main" id="{CCFAE22A-C7EF-4496-F3DF-F0566C40EE9E}"/>
              </a:ext>
            </a:extLst>
          </p:cNvPr>
          <p:cNvSpPr/>
          <p:nvPr/>
        </p:nvSpPr>
        <p:spPr>
          <a:xfrm>
            <a:off x="2209800" y="2333625"/>
            <a:ext cx="13527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candidate QA</a:t>
            </a:r>
            <a:endParaRPr/>
          </a:p>
        </p:txBody>
      </p:sp>
      <p:sp>
        <p:nvSpPr>
          <p:cNvPr id="11" name="Google Shape;3170;p248">
            <a:extLst>
              <a:ext uri="{FF2B5EF4-FFF2-40B4-BE49-F238E27FC236}">
                <a16:creationId xmlns:a16="http://schemas.microsoft.com/office/drawing/2014/main" id="{2B17E899-320C-E391-D8B1-E5D49FC949C0}"/>
              </a:ext>
            </a:extLst>
          </p:cNvPr>
          <p:cNvSpPr/>
          <p:nvPr/>
        </p:nvSpPr>
        <p:spPr>
          <a:xfrm>
            <a:off x="3905250" y="2257425"/>
            <a:ext cx="1124100" cy="819300"/>
          </a:xfrm>
          <a:prstGeom prst="diamond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3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3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OK?</a:t>
            </a:r>
            <a:endParaRPr/>
          </a:p>
        </p:txBody>
      </p:sp>
      <p:sp>
        <p:nvSpPr>
          <p:cNvPr id="12" name="Google Shape;3171;p248">
            <a:extLst>
              <a:ext uri="{FF2B5EF4-FFF2-40B4-BE49-F238E27FC236}">
                <a16:creationId xmlns:a16="http://schemas.microsoft.com/office/drawing/2014/main" id="{F1BFE6C2-137D-8622-ECDF-5D493B865033}"/>
              </a:ext>
            </a:extLst>
          </p:cNvPr>
          <p:cNvSpPr/>
          <p:nvPr/>
        </p:nvSpPr>
        <p:spPr>
          <a:xfrm>
            <a:off x="5295900" y="2257425"/>
            <a:ext cx="1238400" cy="819300"/>
          </a:xfrm>
          <a:prstGeom prst="diamond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8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Judger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8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PASS?</a:t>
            </a:r>
            <a:endParaRPr/>
          </a:p>
        </p:txBody>
      </p:sp>
      <p:sp>
        <p:nvSpPr>
          <p:cNvPr id="50" name="Google Shape;3172;p248">
            <a:extLst>
              <a:ext uri="{FF2B5EF4-FFF2-40B4-BE49-F238E27FC236}">
                <a16:creationId xmlns:a16="http://schemas.microsoft.com/office/drawing/2014/main" id="{0CA659AE-ADC6-94E0-908B-261AC20D067D}"/>
              </a:ext>
            </a:extLst>
          </p:cNvPr>
          <p:cNvSpPr/>
          <p:nvPr/>
        </p:nvSpPr>
        <p:spPr>
          <a:xfrm>
            <a:off x="6915150" y="2257425"/>
            <a:ext cx="1219200" cy="819300"/>
          </a:xfrm>
          <a:prstGeom prst="diamond">
            <a:avLst/>
          </a:prstGeom>
          <a:solidFill>
            <a:srgbClr val="EFF6FF"/>
          </a:solidFill>
          <a:ln w="171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Needs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both?</a:t>
            </a:r>
            <a:endParaRPr/>
          </a:p>
        </p:txBody>
      </p:sp>
      <p:sp>
        <p:nvSpPr>
          <p:cNvPr id="52" name="Google Shape;3173;p248">
            <a:extLst>
              <a:ext uri="{FF2B5EF4-FFF2-40B4-BE49-F238E27FC236}">
                <a16:creationId xmlns:a16="http://schemas.microsoft.com/office/drawing/2014/main" id="{C4A8F5FC-9273-9D6F-D49E-4E7A792EC423}"/>
              </a:ext>
            </a:extLst>
          </p:cNvPr>
          <p:cNvSpPr/>
          <p:nvPr/>
        </p:nvSpPr>
        <p:spPr>
          <a:xfrm>
            <a:off x="8572500" y="2333625"/>
            <a:ext cx="1333500" cy="666900"/>
          </a:xfrm>
          <a:prstGeom prst="rect">
            <a:avLst/>
          </a:prstGeom>
          <a:solidFill>
            <a:srgbClr val="EFF6FF"/>
          </a:solidFill>
          <a:ln w="171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Accepted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QA row</a:t>
            </a:r>
            <a:endParaRPr/>
          </a:p>
        </p:txBody>
      </p:sp>
      <p:sp>
        <p:nvSpPr>
          <p:cNvPr id="57" name="Google Shape;3174;p248">
            <a:extLst>
              <a:ext uri="{FF2B5EF4-FFF2-40B4-BE49-F238E27FC236}">
                <a16:creationId xmlns:a16="http://schemas.microsoft.com/office/drawing/2014/main" id="{430C14C2-A4A1-626D-C3A1-7D6EBEBA3C05}"/>
              </a:ext>
            </a:extLst>
          </p:cNvPr>
          <p:cNvSpPr/>
          <p:nvPr/>
        </p:nvSpPr>
        <p:spPr>
          <a:xfrm>
            <a:off x="10229850" y="2333625"/>
            <a:ext cx="12384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Book-keeping </a:t>
            </a:r>
            <a:endParaRPr dirty="0"/>
          </a:p>
        </p:txBody>
      </p:sp>
      <p:sp>
        <p:nvSpPr>
          <p:cNvPr id="59" name="Google Shape;3175;p248">
            <a:extLst>
              <a:ext uri="{FF2B5EF4-FFF2-40B4-BE49-F238E27FC236}">
                <a16:creationId xmlns:a16="http://schemas.microsoft.com/office/drawing/2014/main" id="{9176C23B-B00E-1ED3-377E-8DBFC51F2E7E}"/>
              </a:ext>
            </a:extLst>
          </p:cNvPr>
          <p:cNvSpPr/>
          <p:nvPr/>
        </p:nvSpPr>
        <p:spPr>
          <a:xfrm>
            <a:off x="4457700" y="4429125"/>
            <a:ext cx="3143400" cy="590700"/>
          </a:xfrm>
          <a:prstGeom prst="rect">
            <a:avLst/>
          </a:prstGeom>
          <a:solidFill>
            <a:srgbClr val="F9FAFB"/>
          </a:solidFill>
          <a:ln w="171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Reject wrapper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+ intermediate log</a:t>
            </a:r>
            <a:endParaRPr/>
          </a:p>
        </p:txBody>
      </p:sp>
      <p:cxnSp>
        <p:nvCxnSpPr>
          <p:cNvPr id="61" name="Google Shape;3176;p248">
            <a:extLst>
              <a:ext uri="{FF2B5EF4-FFF2-40B4-BE49-F238E27FC236}">
                <a16:creationId xmlns:a16="http://schemas.microsoft.com/office/drawing/2014/main" id="{E9B47F5D-5FF4-3ECD-5F4C-287F155D4FA4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1905150" y="2667075"/>
            <a:ext cx="3048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62" name="Google Shape;3177;p248">
            <a:extLst>
              <a:ext uri="{FF2B5EF4-FFF2-40B4-BE49-F238E27FC236}">
                <a16:creationId xmlns:a16="http://schemas.microsoft.com/office/drawing/2014/main" id="{51F8D230-BA2C-4724-191D-436B5B6B157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562500" y="2667075"/>
            <a:ext cx="3429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63" name="Google Shape;3178;p248">
            <a:extLst>
              <a:ext uri="{FF2B5EF4-FFF2-40B4-BE49-F238E27FC236}">
                <a16:creationId xmlns:a16="http://schemas.microsoft.com/office/drawing/2014/main" id="{89CF8765-C57A-CED3-0F06-033FA048993B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029350" y="2667075"/>
            <a:ext cx="2667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4" name="Google Shape;3179;p248">
            <a:extLst>
              <a:ext uri="{FF2B5EF4-FFF2-40B4-BE49-F238E27FC236}">
                <a16:creationId xmlns:a16="http://schemas.microsoft.com/office/drawing/2014/main" id="{48D00A80-62BC-51E9-AA60-A36435AFDBB8}"/>
              </a:ext>
            </a:extLst>
          </p:cNvPr>
          <p:cNvCxnSpPr>
            <a:stCxn id="12" idx="3"/>
            <a:endCxn id="50" idx="1"/>
          </p:cNvCxnSpPr>
          <p:nvPr/>
        </p:nvCxnSpPr>
        <p:spPr>
          <a:xfrm>
            <a:off x="6534300" y="2667075"/>
            <a:ext cx="3810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5" name="Google Shape;3180;p248">
            <a:extLst>
              <a:ext uri="{FF2B5EF4-FFF2-40B4-BE49-F238E27FC236}">
                <a16:creationId xmlns:a16="http://schemas.microsoft.com/office/drawing/2014/main" id="{49E9FF8B-AA11-1EF2-DF93-FDD7901247D3}"/>
              </a:ext>
            </a:extLst>
          </p:cNvPr>
          <p:cNvCxnSpPr>
            <a:stCxn id="50" idx="3"/>
            <a:endCxn id="52" idx="1"/>
          </p:cNvCxnSpPr>
          <p:nvPr/>
        </p:nvCxnSpPr>
        <p:spPr>
          <a:xfrm>
            <a:off x="8134350" y="2667075"/>
            <a:ext cx="4383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7" name="Google Shape;3181;p248">
            <a:extLst>
              <a:ext uri="{FF2B5EF4-FFF2-40B4-BE49-F238E27FC236}">
                <a16:creationId xmlns:a16="http://schemas.microsoft.com/office/drawing/2014/main" id="{E5EE58D9-348C-0415-BB32-15C9ABA09C7C}"/>
              </a:ext>
            </a:extLst>
          </p:cNvPr>
          <p:cNvCxnSpPr>
            <a:stCxn id="52" idx="3"/>
            <a:endCxn id="57" idx="1"/>
          </p:cNvCxnSpPr>
          <p:nvPr/>
        </p:nvCxnSpPr>
        <p:spPr>
          <a:xfrm>
            <a:off x="9906000" y="2667075"/>
            <a:ext cx="3240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8" name="Google Shape;3182;p248">
            <a:extLst>
              <a:ext uri="{FF2B5EF4-FFF2-40B4-BE49-F238E27FC236}">
                <a16:creationId xmlns:a16="http://schemas.microsoft.com/office/drawing/2014/main" id="{2585CAFC-8B64-5941-B426-F53C0F8A1ACD}"/>
              </a:ext>
            </a:extLst>
          </p:cNvPr>
          <p:cNvCxnSpPr>
            <a:stCxn id="11" idx="2"/>
            <a:endCxn id="59" idx="0"/>
          </p:cNvCxnSpPr>
          <p:nvPr/>
        </p:nvCxnSpPr>
        <p:spPr>
          <a:xfrm rot="16200000" flipH="1">
            <a:off x="4572150" y="2971875"/>
            <a:ext cx="1352400" cy="15621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9" name="Google Shape;3183;p248">
            <a:extLst>
              <a:ext uri="{FF2B5EF4-FFF2-40B4-BE49-F238E27FC236}">
                <a16:creationId xmlns:a16="http://schemas.microsoft.com/office/drawing/2014/main" id="{DAF52483-C290-3CE6-401C-288E8C684EA7}"/>
              </a:ext>
            </a:extLst>
          </p:cNvPr>
          <p:cNvCxnSpPr/>
          <p:nvPr/>
        </p:nvCxnSpPr>
        <p:spPr>
          <a:xfrm rot="16200000" flipH="1">
            <a:off x="5296050" y="3695775"/>
            <a:ext cx="1352400" cy="114300"/>
          </a:xfrm>
          <a:prstGeom prst="bentConnector3">
            <a:avLst>
              <a:gd name="adj1" fmla="val 51403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30" name="Google Shape;3184;p248">
            <a:extLst>
              <a:ext uri="{FF2B5EF4-FFF2-40B4-BE49-F238E27FC236}">
                <a16:creationId xmlns:a16="http://schemas.microsoft.com/office/drawing/2014/main" id="{58A6E0C6-38DE-BC35-6C45-E4DA594563CB}"/>
              </a:ext>
            </a:extLst>
          </p:cNvPr>
          <p:cNvCxnSpPr>
            <a:stCxn id="50" idx="2"/>
            <a:endCxn id="59" idx="0"/>
          </p:cNvCxnSpPr>
          <p:nvPr/>
        </p:nvCxnSpPr>
        <p:spPr>
          <a:xfrm rot="5400000">
            <a:off x="6100950" y="3005325"/>
            <a:ext cx="1352400" cy="14952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31" name="Google Shape;3185;p248">
            <a:extLst>
              <a:ext uri="{FF2B5EF4-FFF2-40B4-BE49-F238E27FC236}">
                <a16:creationId xmlns:a16="http://schemas.microsoft.com/office/drawing/2014/main" id="{31F51BC9-FE9A-70A6-4005-3DAA4B3C5ABC}"/>
              </a:ext>
            </a:extLst>
          </p:cNvPr>
          <p:cNvCxnSpPr>
            <a:stCxn id="59" idx="1"/>
            <a:endCxn id="10" idx="2"/>
          </p:cNvCxnSpPr>
          <p:nvPr/>
        </p:nvCxnSpPr>
        <p:spPr>
          <a:xfrm rot="10800000">
            <a:off x="2886300" y="3000675"/>
            <a:ext cx="1571400" cy="1723800"/>
          </a:xfrm>
          <a:prstGeom prst="bentConnector2">
            <a:avLst/>
          </a:prstGeom>
          <a:noFill/>
          <a:ln w="14275" cap="flat" cmpd="sng">
            <a:solidFill>
              <a:srgbClr val="6B7280"/>
            </a:solidFill>
            <a:prstDash val="dash"/>
            <a:round/>
            <a:headEnd type="none" w="sm" len="sm"/>
            <a:tailEnd type="stealth" w="sm" len="sm"/>
          </a:ln>
        </p:spPr>
      </p:cxnSp>
      <p:sp>
        <p:nvSpPr>
          <p:cNvPr id="1032" name="Google Shape;3186;p248">
            <a:extLst>
              <a:ext uri="{FF2B5EF4-FFF2-40B4-BE49-F238E27FC236}">
                <a16:creationId xmlns:a16="http://schemas.microsoft.com/office/drawing/2014/main" id="{D6CBB809-E2A7-328A-C5D9-75094AF57FF0}"/>
              </a:ext>
            </a:extLst>
          </p:cNvPr>
          <p:cNvSpPr/>
          <p:nvPr/>
        </p:nvSpPr>
        <p:spPr>
          <a:xfrm>
            <a:off x="5095875" y="21907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033" name="Google Shape;3187;p248">
            <a:extLst>
              <a:ext uri="{FF2B5EF4-FFF2-40B4-BE49-F238E27FC236}">
                <a16:creationId xmlns:a16="http://schemas.microsoft.com/office/drawing/2014/main" id="{9B975064-8E25-F4D0-D146-B325B131837C}"/>
              </a:ext>
            </a:extLst>
          </p:cNvPr>
          <p:cNvSpPr/>
          <p:nvPr/>
        </p:nvSpPr>
        <p:spPr>
          <a:xfrm>
            <a:off x="6610350" y="21907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034" name="Google Shape;3188;p248">
            <a:extLst>
              <a:ext uri="{FF2B5EF4-FFF2-40B4-BE49-F238E27FC236}">
                <a16:creationId xmlns:a16="http://schemas.microsoft.com/office/drawing/2014/main" id="{EE5A4618-5FAB-2289-4679-E837F4ED1DD9}"/>
              </a:ext>
            </a:extLst>
          </p:cNvPr>
          <p:cNvSpPr/>
          <p:nvPr/>
        </p:nvSpPr>
        <p:spPr>
          <a:xfrm>
            <a:off x="8191500" y="21907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035" name="Google Shape;3189;p248">
            <a:extLst>
              <a:ext uri="{FF2B5EF4-FFF2-40B4-BE49-F238E27FC236}">
                <a16:creationId xmlns:a16="http://schemas.microsoft.com/office/drawing/2014/main" id="{16183E64-F54F-9D24-D554-A4BC9FABEC97}"/>
              </a:ext>
            </a:extLst>
          </p:cNvPr>
          <p:cNvSpPr/>
          <p:nvPr/>
        </p:nvSpPr>
        <p:spPr>
          <a:xfrm>
            <a:off x="4800600" y="36385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036" name="Google Shape;3190;p248">
            <a:extLst>
              <a:ext uri="{FF2B5EF4-FFF2-40B4-BE49-F238E27FC236}">
                <a16:creationId xmlns:a16="http://schemas.microsoft.com/office/drawing/2014/main" id="{16A6D02A-041F-8AE9-7396-9E54FEBCEF6B}"/>
              </a:ext>
            </a:extLst>
          </p:cNvPr>
          <p:cNvSpPr/>
          <p:nvPr/>
        </p:nvSpPr>
        <p:spPr>
          <a:xfrm>
            <a:off x="6019800" y="36385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037" name="Google Shape;3191;p248">
            <a:extLst>
              <a:ext uri="{FF2B5EF4-FFF2-40B4-BE49-F238E27FC236}">
                <a16:creationId xmlns:a16="http://schemas.microsoft.com/office/drawing/2014/main" id="{59119537-9606-FC02-14B6-00A80F248908}"/>
              </a:ext>
            </a:extLst>
          </p:cNvPr>
          <p:cNvSpPr/>
          <p:nvPr/>
        </p:nvSpPr>
        <p:spPr>
          <a:xfrm>
            <a:off x="7296150" y="36385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BBE3DB9B-722D-3CD3-273E-B7A775554B9C}"/>
              </a:ext>
            </a:extLst>
          </p:cNvPr>
          <p:cNvSpPr>
            <a:spLocks noGrp="1"/>
          </p:cNvSpPr>
          <p:nvPr/>
        </p:nvSpPr>
        <p:spPr>
          <a:xfrm>
            <a:off x="1047750" y="5248425"/>
            <a:ext cx="1009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lang="en-US" sz="1575" b="0" dirty="0">
                <a:solidFill>
                  <a:srgbClr val="555555"/>
                </a:solidFill>
              </a:rPr>
              <a:t>Loop for 3 iterations until rejection</a:t>
            </a:r>
            <a:endParaRPr sz="1575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9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D8B27E-3896-4922-BAEE-4B42A88F3DB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CLIP-guided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95F31-C6A4-4CA6-BD48-3B09291D6462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CLIP embeddings as a generation heuristic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D112EA5-2D44-4B3A-B172-0634C7770B34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72E143-556D-4A1E-BB51-F863C2C77E24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F4683-0311-4CB7-9613-340C975996E4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AF6778-56CD-4E92-AF06-00B70A913830}"/>
              </a:ext>
            </a:extLst>
          </p:cNvPr>
          <p:cNvSpPr>
            <a:spLocks noGrp="1"/>
          </p:cNvSpPr>
          <p:nvPr/>
        </p:nvSpPr>
        <p:spPr>
          <a:xfrm>
            <a:off x="647700" y="23145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43CCB2-82EC-459A-88FC-D327FE0A59F2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n-US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deally, high novelty means that at frame </a:t>
            </a:r>
            <a:r>
              <a:rPr lang="en-US" sz="15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5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 sees different things than B</a:t>
            </a:r>
            <a:endParaRPr lang="en-US" sz="1500" b="1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694C5D-7890-493B-62E3-0308281D7E79}"/>
              </a:ext>
            </a:extLst>
          </p:cNvPr>
          <p:cNvSpPr>
            <a:spLocks noGrp="1"/>
          </p:cNvSpPr>
          <p:nvPr/>
        </p:nvSpPr>
        <p:spPr>
          <a:xfrm>
            <a:off x="1306062" y="1855321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65079C-90A1-FACF-18E1-D29CF134383E}"/>
              </a:ext>
            </a:extLst>
          </p:cNvPr>
          <p:cNvSpPr>
            <a:spLocks noGrp="1"/>
          </p:cNvSpPr>
          <p:nvPr/>
        </p:nvSpPr>
        <p:spPr>
          <a:xfrm>
            <a:off x="1439412" y="1988671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20545-65B5-B266-2269-6810A3BAA9CA}"/>
              </a:ext>
            </a:extLst>
          </p:cNvPr>
          <p:cNvSpPr>
            <a:spLocks noGrp="1"/>
          </p:cNvSpPr>
          <p:nvPr/>
        </p:nvSpPr>
        <p:spPr>
          <a:xfrm>
            <a:off x="1439412" y="2026771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7E5789-6E84-8B7F-2D7F-ACBC695236E4}"/>
              </a:ext>
            </a:extLst>
          </p:cNvPr>
          <p:cNvSpPr>
            <a:spLocks noGrp="1"/>
          </p:cNvSpPr>
          <p:nvPr/>
        </p:nvSpPr>
        <p:spPr>
          <a:xfrm>
            <a:off x="1791837" y="1971937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Frame sampling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F255A-43AF-3FB0-C193-8CA855C25579}"/>
              </a:ext>
            </a:extLst>
          </p:cNvPr>
          <p:cNvSpPr>
            <a:spLocks noGrp="1"/>
          </p:cNvSpPr>
          <p:nvPr/>
        </p:nvSpPr>
        <p:spPr>
          <a:xfrm>
            <a:off x="1742727" y="2434183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dirty="0">
                <a:solidFill>
                  <a:srgbClr val="555555"/>
                </a:solidFill>
              </a:rPr>
              <a:t>Uniform sampling from videos</a:t>
            </a:r>
            <a:endParaRPr sz="1125" b="0" dirty="0">
              <a:solidFill>
                <a:srgbClr val="555555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74788BB-7667-1883-9EA0-85C1DF7B957E}"/>
              </a:ext>
            </a:extLst>
          </p:cNvPr>
          <p:cNvSpPr>
            <a:spLocks noGrp="1"/>
          </p:cNvSpPr>
          <p:nvPr/>
        </p:nvSpPr>
        <p:spPr>
          <a:xfrm>
            <a:off x="2744337" y="2350621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2FF5AD-330D-8E0B-36A1-D26ABF274B40}"/>
              </a:ext>
            </a:extLst>
          </p:cNvPr>
          <p:cNvSpPr>
            <a:spLocks noGrp="1"/>
          </p:cNvSpPr>
          <p:nvPr/>
        </p:nvSpPr>
        <p:spPr>
          <a:xfrm>
            <a:off x="3030087" y="2026771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931B0C-528A-3608-8FCF-2A0EF5366BDC}"/>
              </a:ext>
            </a:extLst>
          </p:cNvPr>
          <p:cNvSpPr>
            <a:spLocks noGrp="1"/>
          </p:cNvSpPr>
          <p:nvPr/>
        </p:nvSpPr>
        <p:spPr>
          <a:xfrm>
            <a:off x="2915787" y="1855321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06C329-7D71-7BD5-42A0-45E517BE4B6D}"/>
              </a:ext>
            </a:extLst>
          </p:cNvPr>
          <p:cNvSpPr>
            <a:spLocks noGrp="1"/>
          </p:cNvSpPr>
          <p:nvPr/>
        </p:nvSpPr>
        <p:spPr>
          <a:xfrm>
            <a:off x="3049137" y="1988671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9FEECB-8C8F-6254-F765-8B6FCDDF4A8F}"/>
              </a:ext>
            </a:extLst>
          </p:cNvPr>
          <p:cNvSpPr>
            <a:spLocks noGrp="1"/>
          </p:cNvSpPr>
          <p:nvPr/>
        </p:nvSpPr>
        <p:spPr>
          <a:xfrm>
            <a:off x="3049137" y="2026771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8A9681-4654-A9D3-CC5C-C7AFAFB57BC0}"/>
              </a:ext>
            </a:extLst>
          </p:cNvPr>
          <p:cNvSpPr>
            <a:spLocks noGrp="1"/>
          </p:cNvSpPr>
          <p:nvPr/>
        </p:nvSpPr>
        <p:spPr>
          <a:xfrm>
            <a:off x="3339650" y="1979146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Embed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8E45F0-ACAD-F181-61A9-2BD5BD39D9FD}"/>
              </a:ext>
            </a:extLst>
          </p:cNvPr>
          <p:cNvSpPr>
            <a:spLocks noGrp="1"/>
          </p:cNvSpPr>
          <p:nvPr/>
        </p:nvSpPr>
        <p:spPr>
          <a:xfrm>
            <a:off x="3325362" y="2265158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b="0" dirty="0">
                <a:solidFill>
                  <a:srgbClr val="555555"/>
                </a:solidFill>
              </a:rPr>
              <a:t>Embed each sampled frame with CLIP</a:t>
            </a:r>
            <a:endParaRPr sz="1125" b="0" dirty="0">
              <a:solidFill>
                <a:srgbClr val="555555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559D198-C5DA-9D11-D826-2CD16DFA0AC0}"/>
              </a:ext>
            </a:extLst>
          </p:cNvPr>
          <p:cNvSpPr>
            <a:spLocks noGrp="1"/>
          </p:cNvSpPr>
          <p:nvPr/>
        </p:nvSpPr>
        <p:spPr>
          <a:xfrm>
            <a:off x="4354062" y="2350621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F168D9-5E08-69B6-5F2B-FAE72F46E374}"/>
              </a:ext>
            </a:extLst>
          </p:cNvPr>
          <p:cNvSpPr>
            <a:spLocks noGrp="1"/>
          </p:cNvSpPr>
          <p:nvPr/>
        </p:nvSpPr>
        <p:spPr>
          <a:xfrm>
            <a:off x="4506462" y="1855321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7D5665-13FA-2C16-1BD0-AD2F4147B63F}"/>
              </a:ext>
            </a:extLst>
          </p:cNvPr>
          <p:cNvSpPr>
            <a:spLocks noGrp="1"/>
          </p:cNvSpPr>
          <p:nvPr/>
        </p:nvSpPr>
        <p:spPr>
          <a:xfrm>
            <a:off x="4639812" y="1988671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AF8847-DD01-8F15-3CA1-4666C89AA57D}"/>
              </a:ext>
            </a:extLst>
          </p:cNvPr>
          <p:cNvSpPr>
            <a:spLocks noGrp="1"/>
          </p:cNvSpPr>
          <p:nvPr/>
        </p:nvSpPr>
        <p:spPr>
          <a:xfrm>
            <a:off x="4639812" y="2026771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D7CBC9-C8BC-6F83-38BB-8AEC8F765E67}"/>
              </a:ext>
            </a:extLst>
          </p:cNvPr>
          <p:cNvSpPr>
            <a:spLocks noGrp="1"/>
          </p:cNvSpPr>
          <p:nvPr/>
        </p:nvSpPr>
        <p:spPr>
          <a:xfrm>
            <a:off x="4877937" y="1982685"/>
            <a:ext cx="1181100" cy="3023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Compression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6E86D7-77E8-155F-19F1-508B3DDE5282}"/>
              </a:ext>
            </a:extLst>
          </p:cNvPr>
          <p:cNvSpPr>
            <a:spLocks noGrp="1"/>
          </p:cNvSpPr>
          <p:nvPr/>
        </p:nvSpPr>
        <p:spPr>
          <a:xfrm>
            <a:off x="4910138" y="2274421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b="0" dirty="0">
                <a:solidFill>
                  <a:srgbClr val="555555"/>
                </a:solidFill>
              </a:rPr>
              <a:t>K-means clustering of sampled frames</a:t>
            </a:r>
            <a:endParaRPr sz="1125" b="0" dirty="0">
              <a:solidFill>
                <a:srgbClr val="555555"/>
              </a:solidFill>
            </a:endParaRP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5168910-B265-C473-075C-5BA33661A960}"/>
              </a:ext>
            </a:extLst>
          </p:cNvPr>
          <p:cNvSpPr>
            <a:spLocks noGrp="1"/>
          </p:cNvSpPr>
          <p:nvPr/>
        </p:nvSpPr>
        <p:spPr>
          <a:xfrm>
            <a:off x="5944737" y="2350621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F33F15-D67B-85DF-880C-1E7F9DE6EACC}"/>
              </a:ext>
            </a:extLst>
          </p:cNvPr>
          <p:cNvSpPr>
            <a:spLocks noGrp="1"/>
          </p:cNvSpPr>
          <p:nvPr/>
        </p:nvSpPr>
        <p:spPr>
          <a:xfrm>
            <a:off x="6097137" y="1855321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E661C0-0AB6-5B5D-DB6B-572A420CA880}"/>
              </a:ext>
            </a:extLst>
          </p:cNvPr>
          <p:cNvSpPr>
            <a:spLocks noGrp="1"/>
          </p:cNvSpPr>
          <p:nvPr/>
        </p:nvSpPr>
        <p:spPr>
          <a:xfrm>
            <a:off x="6230487" y="1988671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988719-5401-A044-0F6D-0E488A733A2A}"/>
              </a:ext>
            </a:extLst>
          </p:cNvPr>
          <p:cNvSpPr>
            <a:spLocks noGrp="1"/>
          </p:cNvSpPr>
          <p:nvPr/>
        </p:nvSpPr>
        <p:spPr>
          <a:xfrm>
            <a:off x="6230487" y="2026771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4338D1-4148-501F-029D-8609859C3436}"/>
              </a:ext>
            </a:extLst>
          </p:cNvPr>
          <p:cNvSpPr>
            <a:spLocks noGrp="1"/>
          </p:cNvSpPr>
          <p:nvPr/>
        </p:nvSpPr>
        <p:spPr>
          <a:xfrm>
            <a:off x="6549575" y="1910833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Similarity calculation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AFE3FB-8131-CA15-CDEE-84113BF6BB1B}"/>
              </a:ext>
            </a:extLst>
          </p:cNvPr>
          <p:cNvSpPr>
            <a:spLocks noGrp="1"/>
          </p:cNvSpPr>
          <p:nvPr/>
        </p:nvSpPr>
        <p:spPr>
          <a:xfrm>
            <a:off x="6522224" y="2322046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b="0" dirty="0">
                <a:solidFill>
                  <a:srgbClr val="555555"/>
                </a:solidFill>
              </a:rPr>
              <a:t>Calculate pairwise cosine sim between A video and B</a:t>
            </a:r>
            <a:endParaRPr sz="1125" b="0" dirty="0">
              <a:solidFill>
                <a:srgbClr val="555555"/>
              </a:solidFill>
            </a:endParaRP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0578A67D-1F86-9B2C-9373-B2353D5BE0FB}"/>
              </a:ext>
            </a:extLst>
          </p:cNvPr>
          <p:cNvSpPr>
            <a:spLocks noGrp="1"/>
          </p:cNvSpPr>
          <p:nvPr/>
        </p:nvSpPr>
        <p:spPr>
          <a:xfrm>
            <a:off x="7535412" y="2350621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818A65-3DD3-3ED1-CAC1-86ACFB39F3E8}"/>
              </a:ext>
            </a:extLst>
          </p:cNvPr>
          <p:cNvSpPr>
            <a:spLocks noGrp="1"/>
          </p:cNvSpPr>
          <p:nvPr/>
        </p:nvSpPr>
        <p:spPr>
          <a:xfrm>
            <a:off x="7687812" y="1855321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E4A351-F78D-7A2D-CFEE-4FC33D4E055F}"/>
              </a:ext>
            </a:extLst>
          </p:cNvPr>
          <p:cNvSpPr>
            <a:spLocks noGrp="1"/>
          </p:cNvSpPr>
          <p:nvPr/>
        </p:nvSpPr>
        <p:spPr>
          <a:xfrm>
            <a:off x="7788724" y="1981528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D729C9-A742-D127-0CDD-A9AD1A1AFEBD}"/>
              </a:ext>
            </a:extLst>
          </p:cNvPr>
          <p:cNvSpPr>
            <a:spLocks noGrp="1"/>
          </p:cNvSpPr>
          <p:nvPr/>
        </p:nvSpPr>
        <p:spPr>
          <a:xfrm>
            <a:off x="7821162" y="2026771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5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7B18169-9F6B-5872-DFFE-6EF8986B8ECF}"/>
              </a:ext>
            </a:extLst>
          </p:cNvPr>
          <p:cNvSpPr>
            <a:spLocks noGrp="1"/>
          </p:cNvSpPr>
          <p:nvPr/>
        </p:nvSpPr>
        <p:spPr>
          <a:xfrm>
            <a:off x="8129242" y="1957780"/>
            <a:ext cx="1268308" cy="3166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Novelty 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8EAC62B-0889-F47D-098A-B0CBCE018DDA}"/>
              </a:ext>
            </a:extLst>
          </p:cNvPr>
          <p:cNvSpPr>
            <a:spLocks noGrp="1"/>
          </p:cNvSpPr>
          <p:nvPr/>
        </p:nvSpPr>
        <p:spPr>
          <a:xfrm>
            <a:off x="8106912" y="2172748"/>
            <a:ext cx="1123950" cy="6034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dirty="0">
                <a:solidFill>
                  <a:srgbClr val="555555"/>
                </a:solidFill>
              </a:rPr>
              <a:t>Find out how “novel” a frame from A is to B’s entire video</a:t>
            </a:r>
            <a:endParaRPr sz="1125" b="0" dirty="0">
              <a:solidFill>
                <a:srgbClr val="555555"/>
              </a:solidFill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1A289BBF-102D-B6FC-B4D4-4FFEE3ECB493}"/>
              </a:ext>
            </a:extLst>
          </p:cNvPr>
          <p:cNvSpPr>
            <a:spLocks noGrp="1"/>
          </p:cNvSpPr>
          <p:nvPr/>
        </p:nvSpPr>
        <p:spPr>
          <a:xfrm>
            <a:off x="9126087" y="2350621"/>
            <a:ext cx="17145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6E153C-BAD8-B51E-9C04-C482DC2D8912}"/>
              </a:ext>
            </a:extLst>
          </p:cNvPr>
          <p:cNvSpPr>
            <a:spLocks noGrp="1"/>
          </p:cNvSpPr>
          <p:nvPr/>
        </p:nvSpPr>
        <p:spPr>
          <a:xfrm>
            <a:off x="9278487" y="1855321"/>
            <a:ext cx="1428750" cy="12001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F2440B-2A5A-73B1-707F-3C22D1581327}"/>
              </a:ext>
            </a:extLst>
          </p:cNvPr>
          <p:cNvSpPr>
            <a:spLocks noGrp="1"/>
          </p:cNvSpPr>
          <p:nvPr/>
        </p:nvSpPr>
        <p:spPr>
          <a:xfrm>
            <a:off x="9411837" y="1988671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FA705B-1F50-1647-9375-CA8A37D12B7F}"/>
              </a:ext>
            </a:extLst>
          </p:cNvPr>
          <p:cNvSpPr>
            <a:spLocks noGrp="1"/>
          </p:cNvSpPr>
          <p:nvPr/>
        </p:nvSpPr>
        <p:spPr>
          <a:xfrm>
            <a:off x="9411837" y="2026771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6</a:t>
            </a:r>
            <a:endParaRPr sz="1350" b="1" dirty="0">
              <a:solidFill>
                <a:srgbClr val="FFFFFF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8EC943-4CF8-7AC8-5700-C6CA8044AD69}"/>
              </a:ext>
            </a:extLst>
          </p:cNvPr>
          <p:cNvSpPr>
            <a:spLocks noGrp="1"/>
          </p:cNvSpPr>
          <p:nvPr/>
        </p:nvSpPr>
        <p:spPr>
          <a:xfrm>
            <a:off x="9773787" y="19781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00000"/>
                </a:solidFill>
              </a:defRPr>
            </a:pPr>
            <a:r>
              <a:rPr lang="en-US" sz="1425" b="1" dirty="0">
                <a:solidFill>
                  <a:srgbClr val="000000"/>
                </a:solidFill>
              </a:rPr>
              <a:t>Guidance</a:t>
            </a:r>
            <a:endParaRPr sz="1425" b="1" dirty="0">
              <a:solidFill>
                <a:srgbClr val="0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494128-4054-7A0F-171C-F64036468461}"/>
              </a:ext>
            </a:extLst>
          </p:cNvPr>
          <p:cNvSpPr>
            <a:spLocks noGrp="1"/>
          </p:cNvSpPr>
          <p:nvPr/>
        </p:nvSpPr>
        <p:spPr>
          <a:xfrm>
            <a:off x="9745212" y="2274421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</a:defRPr>
            </a:pPr>
            <a:r>
              <a:rPr lang="en-US" sz="1125" b="0" dirty="0">
                <a:solidFill>
                  <a:srgbClr val="555555"/>
                </a:solidFill>
              </a:rPr>
              <a:t>Inject CLIP information to generator as hints</a:t>
            </a:r>
            <a:endParaRPr sz="1125" b="0" dirty="0">
              <a:solidFill>
                <a:srgbClr val="555555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8C670EA-281D-A41E-D66E-BFC1561FC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771" y="3152472"/>
            <a:ext cx="2992166" cy="236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40CA5BF-50B6-E229-5DE2-CB0466406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568" y="3241751"/>
            <a:ext cx="1084764" cy="108476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B4D7D7D-4F18-684E-229A-B8560C62A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545" y="4324893"/>
            <a:ext cx="1076787" cy="108476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31A575E5-303A-B89A-AE39-B862F884AE15}"/>
              </a:ext>
            </a:extLst>
          </p:cNvPr>
          <p:cNvSpPr txBox="1"/>
          <p:nvPr/>
        </p:nvSpPr>
        <p:spPr>
          <a:xfrm>
            <a:off x="1327865" y="3493001"/>
            <a:ext cx="107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A’s stream: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9D16A5-43D4-A85A-A72C-80D28F478E83}"/>
              </a:ext>
            </a:extLst>
          </p:cNvPr>
          <p:cNvSpPr txBox="1"/>
          <p:nvPr/>
        </p:nvSpPr>
        <p:spPr>
          <a:xfrm>
            <a:off x="1313485" y="4578530"/>
            <a:ext cx="1070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B’s stream: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66B61452-4422-ACFF-8B0D-22163B8B8004}"/>
              </a:ext>
            </a:extLst>
          </p:cNvPr>
          <p:cNvSpPr/>
          <p:nvPr/>
        </p:nvSpPr>
        <p:spPr>
          <a:xfrm>
            <a:off x="3865820" y="4192692"/>
            <a:ext cx="856814" cy="2348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679A74-1642-A45C-0A08-49769150A258}"/>
              </a:ext>
            </a:extLst>
          </p:cNvPr>
          <p:cNvSpPr txBox="1"/>
          <p:nvPr/>
        </p:nvSpPr>
        <p:spPr>
          <a:xfrm>
            <a:off x="8348212" y="3228762"/>
            <a:ext cx="60966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novelty for A at frame </a:t>
            </a: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</a:t>
            </a:r>
            <a:endParaRPr lang="en-US" sz="14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1 - </a:t>
            </a: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max_j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cos(</a:t>
            </a: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A_i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_j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endParaRPr lang="en-US" sz="1400" b="1" dirty="0">
              <a:effectLst/>
            </a:endParaRPr>
          </a:p>
          <a:p>
            <a:br>
              <a:rPr lang="en-US" sz="1400" b="1" dirty="0"/>
            </a:br>
            <a:endParaRPr lang="en-US" sz="14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741C97-5EB8-1377-6F57-5A8FC90FD622}"/>
              </a:ext>
            </a:extLst>
          </p:cNvPr>
          <p:cNvSpPr txBox="1"/>
          <p:nvPr/>
        </p:nvSpPr>
        <p:spPr>
          <a:xfrm>
            <a:off x="8025420" y="3905742"/>
            <a:ext cx="39125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CLIP retrieval hints:</a:t>
            </a:r>
            <a:endParaRPr lang="en-U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Jake has a visually distinctive moment around frame 10.</a:t>
            </a:r>
            <a:endParaRPr lang="en-U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Alice has a visually distinctive moment around frame 12.</a:t>
            </a:r>
            <a:endParaRPr lang="en-U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These may be useful candidate moments where the two users saw different things.</a:t>
            </a:r>
            <a:endParaRPr lang="en-U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 Do not mention CLIP or frame scores. Verify from the videos.</a:t>
            </a:r>
            <a:endParaRPr lang="en-US" sz="1200" b="0" dirty="0">
              <a:effectLst/>
            </a:endParaRPr>
          </a:p>
          <a:p>
            <a:br>
              <a:rPr lang="en-US" sz="1200" dirty="0"/>
            </a:b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18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65209C0-ACAD-42F5-9469-6C0BB95BCE3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85145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CLIP-guided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3B956-DE4E-40D1-9525-56E00422081B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CLIP-guidance rationale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1BB2CFE-E7CC-46A0-948B-4437C6B7CFDD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7D39E-F44D-4B5D-9835-53D405B826C8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CBCF9-4B7A-4C16-A281-4B1B046F3B00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8C5847-5D59-4BE6-B231-B00C4CE17C47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lang="en-US" sz="1575" b="0" dirty="0">
                <a:solidFill>
                  <a:srgbClr val="555555"/>
                </a:solidFill>
              </a:rPr>
              <a:t>Similar </a:t>
            </a:r>
            <a:r>
              <a:rPr lang="en-US" sz="1575" b="0" dirty="0" err="1">
                <a:solidFill>
                  <a:srgbClr val="555555"/>
                </a:solidFill>
              </a:rPr>
              <a:t>embeddings</a:t>
            </a:r>
            <a:r>
              <a:rPr lang="en-US" sz="1575" b="0" dirty="0" err="1">
                <a:solidFill>
                  <a:srgbClr val="555555"/>
                </a:solidFill>
                <a:sym typeface="Wingdings" panose="05000000000000000000" pitchFamily="2" charset="2"/>
              </a:rPr>
              <a:t></a:t>
            </a:r>
            <a:r>
              <a:rPr lang="en-US" sz="1575" dirty="0" err="1">
                <a:solidFill>
                  <a:srgbClr val="555555"/>
                </a:solidFill>
                <a:sym typeface="Wingdings" panose="05000000000000000000" pitchFamily="2" charset="2"/>
              </a:rPr>
              <a:t>same</a:t>
            </a:r>
            <a:r>
              <a:rPr lang="en-US" sz="1575" dirty="0">
                <a:solidFill>
                  <a:srgbClr val="555555"/>
                </a:solidFill>
                <a:sym typeface="Wingdings" panose="05000000000000000000" pitchFamily="2" charset="2"/>
              </a:rPr>
              <a:t> context and </a:t>
            </a:r>
            <a:r>
              <a:rPr lang="en-US" sz="1575" dirty="0" err="1">
                <a:solidFill>
                  <a:srgbClr val="555555"/>
                </a:solidFill>
                <a:sym typeface="Wingdings" panose="05000000000000000000" pitchFamily="2" charset="2"/>
              </a:rPr>
              <a:t>informationbad</a:t>
            </a:r>
            <a:r>
              <a:rPr lang="en-US" sz="1575" dirty="0">
                <a:solidFill>
                  <a:srgbClr val="555555"/>
                </a:solidFill>
                <a:sym typeface="Wingdings" panose="05000000000000000000" pitchFamily="2" charset="2"/>
              </a:rPr>
              <a:t> questions</a:t>
            </a:r>
            <a:endParaRPr sz="1575" b="0" dirty="0">
              <a:solidFill>
                <a:srgbClr val="555555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47A441-AD8A-1B41-129A-44206A93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67" y="2321913"/>
            <a:ext cx="4818233" cy="181951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6C755BC-0664-D7C4-2AFB-D4D48052F7E7}"/>
              </a:ext>
            </a:extLst>
          </p:cNvPr>
          <p:cNvSpPr>
            <a:spLocks noGrp="1"/>
          </p:cNvSpPr>
          <p:nvPr/>
        </p:nvSpPr>
        <p:spPr>
          <a:xfrm>
            <a:off x="796255" y="4508022"/>
            <a:ext cx="3581399" cy="6142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lang="en-US" sz="1500" b="1" dirty="0">
                <a:solidFill>
                  <a:srgbClr val="000000"/>
                </a:solidFill>
              </a:rPr>
              <a:t>Low novelty: hard to find questions that can’t be answered by a single user </a:t>
            </a:r>
            <a:endParaRPr sz="1500" b="1" dirty="0">
              <a:solidFill>
                <a:srgbClr val="00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F839101-10CB-15D1-EE59-DC8883F4E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681" y="2355190"/>
            <a:ext cx="4795666" cy="178624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D6D9ECB-05DA-5DE8-08AF-D4C7DB41D8D5}"/>
              </a:ext>
            </a:extLst>
          </p:cNvPr>
          <p:cNvSpPr>
            <a:spLocks noGrp="1"/>
          </p:cNvSpPr>
          <p:nvPr/>
        </p:nvSpPr>
        <p:spPr>
          <a:xfrm>
            <a:off x="6628003" y="4445892"/>
            <a:ext cx="3581399" cy="738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lang="en-US" sz="1500" b="1" dirty="0">
                <a:solidFill>
                  <a:srgbClr val="000000"/>
                </a:solidFill>
              </a:rPr>
              <a:t>High novelty: can ask questions such as Jake: “how many cans of sodas are left in my fridge?”</a:t>
            </a:r>
            <a:endParaRPr sz="15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72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165;p248">
            <a:extLst>
              <a:ext uri="{FF2B5EF4-FFF2-40B4-BE49-F238E27FC236}">
                <a16:creationId xmlns:a16="http://schemas.microsoft.com/office/drawing/2014/main" id="{91C29026-66FF-35EC-82A3-5ED1520177BE}"/>
              </a:ext>
            </a:extLst>
          </p:cNvPr>
          <p:cNvSpPr/>
          <p:nvPr/>
        </p:nvSpPr>
        <p:spPr>
          <a:xfrm>
            <a:off x="1296950" y="2000813"/>
            <a:ext cx="1349350" cy="1267800"/>
          </a:xfrm>
          <a:custGeom>
            <a:avLst/>
            <a:gdLst/>
            <a:ahLst/>
            <a:cxnLst/>
            <a:rect l="l" t="t" r="r" b="b"/>
            <a:pathLst>
              <a:path w="53974" h="50712" extrusionOk="0">
                <a:moveTo>
                  <a:pt x="0" y="0"/>
                </a:moveTo>
                <a:lnTo>
                  <a:pt x="0" y="50712"/>
                </a:lnTo>
                <a:lnTo>
                  <a:pt x="53974" y="50712"/>
                </a:lnTo>
                <a:lnTo>
                  <a:pt x="53974" y="0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7" name="Google Shape;3192;p248">
            <a:extLst>
              <a:ext uri="{FF2B5EF4-FFF2-40B4-BE49-F238E27FC236}">
                <a16:creationId xmlns:a16="http://schemas.microsoft.com/office/drawing/2014/main" id="{02E7D65E-9DC4-F1B9-A0A0-18E79FE7BF67}"/>
              </a:ext>
            </a:extLst>
          </p:cNvPr>
          <p:cNvCxnSpPr/>
          <p:nvPr/>
        </p:nvCxnSpPr>
        <p:spPr>
          <a:xfrm>
            <a:off x="1975075" y="3275575"/>
            <a:ext cx="0" cy="116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3193;p248">
            <a:extLst>
              <a:ext uri="{FF2B5EF4-FFF2-40B4-BE49-F238E27FC236}">
                <a16:creationId xmlns:a16="http://schemas.microsoft.com/office/drawing/2014/main" id="{8001FD10-E7C5-3B40-0DA0-111017D2CFDE}"/>
              </a:ext>
            </a:extLst>
          </p:cNvPr>
          <p:cNvSpPr txBox="1"/>
          <p:nvPr/>
        </p:nvSpPr>
        <p:spPr>
          <a:xfrm>
            <a:off x="840000" y="4419750"/>
            <a:ext cx="20463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edit evidence packet with CLIP-based guidance</a:t>
            </a:r>
            <a:endParaRPr sz="15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D8B27E-3896-4922-BAEE-4B42A88F3DB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Baseline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95F31-C6A4-4CA6-BD48-3B09291D6462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CLIP-guidance pipeline flow chart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D112EA5-2D44-4B3A-B172-0634C7770B34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72E143-556D-4A1E-BB51-F863C2C77E24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F4683-0311-4CB7-9613-340C975996E4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8" name="Google Shape;3168;p248">
            <a:extLst>
              <a:ext uri="{FF2B5EF4-FFF2-40B4-BE49-F238E27FC236}">
                <a16:creationId xmlns:a16="http://schemas.microsoft.com/office/drawing/2014/main" id="{7BB57715-F4F2-D196-B159-A7FF4FF1E6D6}"/>
              </a:ext>
            </a:extLst>
          </p:cNvPr>
          <p:cNvSpPr/>
          <p:nvPr/>
        </p:nvSpPr>
        <p:spPr>
          <a:xfrm>
            <a:off x="552450" y="2333625"/>
            <a:ext cx="13527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Raw video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evidence packet</a:t>
            </a:r>
            <a:endParaRPr/>
          </a:p>
        </p:txBody>
      </p:sp>
      <p:sp>
        <p:nvSpPr>
          <p:cNvPr id="10" name="Google Shape;3169;p248">
            <a:extLst>
              <a:ext uri="{FF2B5EF4-FFF2-40B4-BE49-F238E27FC236}">
                <a16:creationId xmlns:a16="http://schemas.microsoft.com/office/drawing/2014/main" id="{CCFAE22A-C7EF-4496-F3DF-F0566C40EE9E}"/>
              </a:ext>
            </a:extLst>
          </p:cNvPr>
          <p:cNvSpPr/>
          <p:nvPr/>
        </p:nvSpPr>
        <p:spPr>
          <a:xfrm>
            <a:off x="2209800" y="2333625"/>
            <a:ext cx="13527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candidate QA</a:t>
            </a:r>
            <a:endParaRPr/>
          </a:p>
        </p:txBody>
      </p:sp>
      <p:sp>
        <p:nvSpPr>
          <p:cNvPr id="11" name="Google Shape;3170;p248">
            <a:extLst>
              <a:ext uri="{FF2B5EF4-FFF2-40B4-BE49-F238E27FC236}">
                <a16:creationId xmlns:a16="http://schemas.microsoft.com/office/drawing/2014/main" id="{2B17E899-320C-E391-D8B1-E5D49FC949C0}"/>
              </a:ext>
            </a:extLst>
          </p:cNvPr>
          <p:cNvSpPr/>
          <p:nvPr/>
        </p:nvSpPr>
        <p:spPr>
          <a:xfrm>
            <a:off x="3905250" y="2257425"/>
            <a:ext cx="1124100" cy="819300"/>
          </a:xfrm>
          <a:prstGeom prst="diamond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3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3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OK?</a:t>
            </a:r>
            <a:endParaRPr/>
          </a:p>
        </p:txBody>
      </p:sp>
      <p:sp>
        <p:nvSpPr>
          <p:cNvPr id="12" name="Google Shape;3171;p248">
            <a:extLst>
              <a:ext uri="{FF2B5EF4-FFF2-40B4-BE49-F238E27FC236}">
                <a16:creationId xmlns:a16="http://schemas.microsoft.com/office/drawing/2014/main" id="{F1BFE6C2-137D-8622-ECDF-5D493B865033}"/>
              </a:ext>
            </a:extLst>
          </p:cNvPr>
          <p:cNvSpPr/>
          <p:nvPr/>
        </p:nvSpPr>
        <p:spPr>
          <a:xfrm>
            <a:off x="5295900" y="2257425"/>
            <a:ext cx="1238400" cy="819300"/>
          </a:xfrm>
          <a:prstGeom prst="diamond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8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Judger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8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PASS?</a:t>
            </a:r>
            <a:endParaRPr/>
          </a:p>
        </p:txBody>
      </p:sp>
      <p:sp>
        <p:nvSpPr>
          <p:cNvPr id="50" name="Google Shape;3172;p248">
            <a:extLst>
              <a:ext uri="{FF2B5EF4-FFF2-40B4-BE49-F238E27FC236}">
                <a16:creationId xmlns:a16="http://schemas.microsoft.com/office/drawing/2014/main" id="{0CA659AE-ADC6-94E0-908B-261AC20D067D}"/>
              </a:ext>
            </a:extLst>
          </p:cNvPr>
          <p:cNvSpPr/>
          <p:nvPr/>
        </p:nvSpPr>
        <p:spPr>
          <a:xfrm>
            <a:off x="6915150" y="2257425"/>
            <a:ext cx="1219200" cy="819300"/>
          </a:xfrm>
          <a:prstGeom prst="diamond">
            <a:avLst/>
          </a:prstGeom>
          <a:solidFill>
            <a:srgbClr val="EFF6FF"/>
          </a:solidFill>
          <a:ln w="171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Needs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both?</a:t>
            </a:r>
            <a:endParaRPr/>
          </a:p>
        </p:txBody>
      </p:sp>
      <p:sp>
        <p:nvSpPr>
          <p:cNvPr id="52" name="Google Shape;3173;p248">
            <a:extLst>
              <a:ext uri="{FF2B5EF4-FFF2-40B4-BE49-F238E27FC236}">
                <a16:creationId xmlns:a16="http://schemas.microsoft.com/office/drawing/2014/main" id="{C4A8F5FC-9273-9D6F-D49E-4E7A792EC423}"/>
              </a:ext>
            </a:extLst>
          </p:cNvPr>
          <p:cNvSpPr/>
          <p:nvPr/>
        </p:nvSpPr>
        <p:spPr>
          <a:xfrm>
            <a:off x="8572500" y="2333625"/>
            <a:ext cx="1333500" cy="666900"/>
          </a:xfrm>
          <a:prstGeom prst="rect">
            <a:avLst/>
          </a:prstGeom>
          <a:solidFill>
            <a:srgbClr val="EFF6FF"/>
          </a:solidFill>
          <a:ln w="171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Accepted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QA row</a:t>
            </a:r>
            <a:endParaRPr/>
          </a:p>
        </p:txBody>
      </p:sp>
      <p:sp>
        <p:nvSpPr>
          <p:cNvPr id="57" name="Google Shape;3174;p248">
            <a:extLst>
              <a:ext uri="{FF2B5EF4-FFF2-40B4-BE49-F238E27FC236}">
                <a16:creationId xmlns:a16="http://schemas.microsoft.com/office/drawing/2014/main" id="{430C14C2-A4A1-626D-C3A1-7D6EBEBA3C05}"/>
              </a:ext>
            </a:extLst>
          </p:cNvPr>
          <p:cNvSpPr/>
          <p:nvPr/>
        </p:nvSpPr>
        <p:spPr>
          <a:xfrm>
            <a:off x="10229850" y="2333625"/>
            <a:ext cx="12384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Book-keeping </a:t>
            </a:r>
            <a:endParaRPr dirty="0"/>
          </a:p>
        </p:txBody>
      </p:sp>
      <p:sp>
        <p:nvSpPr>
          <p:cNvPr id="59" name="Google Shape;3175;p248">
            <a:extLst>
              <a:ext uri="{FF2B5EF4-FFF2-40B4-BE49-F238E27FC236}">
                <a16:creationId xmlns:a16="http://schemas.microsoft.com/office/drawing/2014/main" id="{9176C23B-B00E-1ED3-377E-8DBFC51F2E7E}"/>
              </a:ext>
            </a:extLst>
          </p:cNvPr>
          <p:cNvSpPr/>
          <p:nvPr/>
        </p:nvSpPr>
        <p:spPr>
          <a:xfrm>
            <a:off x="4457700" y="4429125"/>
            <a:ext cx="3143400" cy="590700"/>
          </a:xfrm>
          <a:prstGeom prst="rect">
            <a:avLst/>
          </a:prstGeom>
          <a:solidFill>
            <a:srgbClr val="F9FAFB"/>
          </a:solidFill>
          <a:ln w="171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Reject wrapper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+ intermediate log</a:t>
            </a:r>
            <a:endParaRPr/>
          </a:p>
        </p:txBody>
      </p:sp>
      <p:cxnSp>
        <p:nvCxnSpPr>
          <p:cNvPr id="61" name="Google Shape;3176;p248">
            <a:extLst>
              <a:ext uri="{FF2B5EF4-FFF2-40B4-BE49-F238E27FC236}">
                <a16:creationId xmlns:a16="http://schemas.microsoft.com/office/drawing/2014/main" id="{E9B47F5D-5FF4-3ECD-5F4C-287F155D4FA4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1905150" y="2667075"/>
            <a:ext cx="3048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62" name="Google Shape;3177;p248">
            <a:extLst>
              <a:ext uri="{FF2B5EF4-FFF2-40B4-BE49-F238E27FC236}">
                <a16:creationId xmlns:a16="http://schemas.microsoft.com/office/drawing/2014/main" id="{51F8D230-BA2C-4724-191D-436B5B6B157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562500" y="2667075"/>
            <a:ext cx="3429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63" name="Google Shape;3178;p248">
            <a:extLst>
              <a:ext uri="{FF2B5EF4-FFF2-40B4-BE49-F238E27FC236}">
                <a16:creationId xmlns:a16="http://schemas.microsoft.com/office/drawing/2014/main" id="{89CF8765-C57A-CED3-0F06-033FA048993B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029350" y="2667075"/>
            <a:ext cx="2667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4" name="Google Shape;3179;p248">
            <a:extLst>
              <a:ext uri="{FF2B5EF4-FFF2-40B4-BE49-F238E27FC236}">
                <a16:creationId xmlns:a16="http://schemas.microsoft.com/office/drawing/2014/main" id="{48D00A80-62BC-51E9-AA60-A36435AFDBB8}"/>
              </a:ext>
            </a:extLst>
          </p:cNvPr>
          <p:cNvCxnSpPr>
            <a:stCxn id="12" idx="3"/>
            <a:endCxn id="50" idx="1"/>
          </p:cNvCxnSpPr>
          <p:nvPr/>
        </p:nvCxnSpPr>
        <p:spPr>
          <a:xfrm>
            <a:off x="6534300" y="2667075"/>
            <a:ext cx="3810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5" name="Google Shape;3180;p248">
            <a:extLst>
              <a:ext uri="{FF2B5EF4-FFF2-40B4-BE49-F238E27FC236}">
                <a16:creationId xmlns:a16="http://schemas.microsoft.com/office/drawing/2014/main" id="{49E9FF8B-AA11-1EF2-DF93-FDD7901247D3}"/>
              </a:ext>
            </a:extLst>
          </p:cNvPr>
          <p:cNvCxnSpPr>
            <a:stCxn id="50" idx="3"/>
            <a:endCxn id="52" idx="1"/>
          </p:cNvCxnSpPr>
          <p:nvPr/>
        </p:nvCxnSpPr>
        <p:spPr>
          <a:xfrm>
            <a:off x="8134350" y="2667075"/>
            <a:ext cx="4383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7" name="Google Shape;3181;p248">
            <a:extLst>
              <a:ext uri="{FF2B5EF4-FFF2-40B4-BE49-F238E27FC236}">
                <a16:creationId xmlns:a16="http://schemas.microsoft.com/office/drawing/2014/main" id="{E5EE58D9-348C-0415-BB32-15C9ABA09C7C}"/>
              </a:ext>
            </a:extLst>
          </p:cNvPr>
          <p:cNvCxnSpPr>
            <a:stCxn id="52" idx="3"/>
            <a:endCxn id="57" idx="1"/>
          </p:cNvCxnSpPr>
          <p:nvPr/>
        </p:nvCxnSpPr>
        <p:spPr>
          <a:xfrm>
            <a:off x="9906000" y="2667075"/>
            <a:ext cx="3240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8" name="Google Shape;3182;p248">
            <a:extLst>
              <a:ext uri="{FF2B5EF4-FFF2-40B4-BE49-F238E27FC236}">
                <a16:creationId xmlns:a16="http://schemas.microsoft.com/office/drawing/2014/main" id="{2585CAFC-8B64-5941-B426-F53C0F8A1ACD}"/>
              </a:ext>
            </a:extLst>
          </p:cNvPr>
          <p:cNvCxnSpPr>
            <a:stCxn id="11" idx="2"/>
            <a:endCxn id="59" idx="0"/>
          </p:cNvCxnSpPr>
          <p:nvPr/>
        </p:nvCxnSpPr>
        <p:spPr>
          <a:xfrm rot="16200000" flipH="1">
            <a:off x="4572150" y="2971875"/>
            <a:ext cx="1352400" cy="15621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29" name="Google Shape;3183;p248">
            <a:extLst>
              <a:ext uri="{FF2B5EF4-FFF2-40B4-BE49-F238E27FC236}">
                <a16:creationId xmlns:a16="http://schemas.microsoft.com/office/drawing/2014/main" id="{DAF52483-C290-3CE6-401C-288E8C684EA7}"/>
              </a:ext>
            </a:extLst>
          </p:cNvPr>
          <p:cNvCxnSpPr/>
          <p:nvPr/>
        </p:nvCxnSpPr>
        <p:spPr>
          <a:xfrm rot="16200000" flipH="1">
            <a:off x="5296050" y="3695775"/>
            <a:ext cx="1352400" cy="114300"/>
          </a:xfrm>
          <a:prstGeom prst="bentConnector3">
            <a:avLst>
              <a:gd name="adj1" fmla="val 51403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30" name="Google Shape;3184;p248">
            <a:extLst>
              <a:ext uri="{FF2B5EF4-FFF2-40B4-BE49-F238E27FC236}">
                <a16:creationId xmlns:a16="http://schemas.microsoft.com/office/drawing/2014/main" id="{58A6E0C6-38DE-BC35-6C45-E4DA594563CB}"/>
              </a:ext>
            </a:extLst>
          </p:cNvPr>
          <p:cNvCxnSpPr>
            <a:stCxn id="50" idx="2"/>
            <a:endCxn id="59" idx="0"/>
          </p:cNvCxnSpPr>
          <p:nvPr/>
        </p:nvCxnSpPr>
        <p:spPr>
          <a:xfrm rot="5400000">
            <a:off x="6100950" y="3005325"/>
            <a:ext cx="1352400" cy="14952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031" name="Google Shape;3185;p248">
            <a:extLst>
              <a:ext uri="{FF2B5EF4-FFF2-40B4-BE49-F238E27FC236}">
                <a16:creationId xmlns:a16="http://schemas.microsoft.com/office/drawing/2014/main" id="{31F51BC9-FE9A-70A6-4005-3DAA4B3C5ABC}"/>
              </a:ext>
            </a:extLst>
          </p:cNvPr>
          <p:cNvCxnSpPr>
            <a:stCxn id="59" idx="1"/>
            <a:endCxn id="10" idx="2"/>
          </p:cNvCxnSpPr>
          <p:nvPr/>
        </p:nvCxnSpPr>
        <p:spPr>
          <a:xfrm rot="10800000">
            <a:off x="2886300" y="3000675"/>
            <a:ext cx="1571400" cy="1723800"/>
          </a:xfrm>
          <a:prstGeom prst="bentConnector2">
            <a:avLst/>
          </a:prstGeom>
          <a:noFill/>
          <a:ln w="14275" cap="flat" cmpd="sng">
            <a:solidFill>
              <a:srgbClr val="6B7280"/>
            </a:solidFill>
            <a:prstDash val="dash"/>
            <a:round/>
            <a:headEnd type="none" w="sm" len="sm"/>
            <a:tailEnd type="stealth" w="sm" len="sm"/>
          </a:ln>
        </p:spPr>
      </p:cxnSp>
      <p:sp>
        <p:nvSpPr>
          <p:cNvPr id="1032" name="Google Shape;3186;p248">
            <a:extLst>
              <a:ext uri="{FF2B5EF4-FFF2-40B4-BE49-F238E27FC236}">
                <a16:creationId xmlns:a16="http://schemas.microsoft.com/office/drawing/2014/main" id="{D6CBB809-E2A7-328A-C5D9-75094AF57FF0}"/>
              </a:ext>
            </a:extLst>
          </p:cNvPr>
          <p:cNvSpPr/>
          <p:nvPr/>
        </p:nvSpPr>
        <p:spPr>
          <a:xfrm>
            <a:off x="5095875" y="21907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033" name="Google Shape;3187;p248">
            <a:extLst>
              <a:ext uri="{FF2B5EF4-FFF2-40B4-BE49-F238E27FC236}">
                <a16:creationId xmlns:a16="http://schemas.microsoft.com/office/drawing/2014/main" id="{9B975064-8E25-F4D0-D146-B325B131837C}"/>
              </a:ext>
            </a:extLst>
          </p:cNvPr>
          <p:cNvSpPr/>
          <p:nvPr/>
        </p:nvSpPr>
        <p:spPr>
          <a:xfrm>
            <a:off x="6610350" y="21907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034" name="Google Shape;3188;p248">
            <a:extLst>
              <a:ext uri="{FF2B5EF4-FFF2-40B4-BE49-F238E27FC236}">
                <a16:creationId xmlns:a16="http://schemas.microsoft.com/office/drawing/2014/main" id="{EE5A4618-5FAB-2289-4679-E837F4ED1DD9}"/>
              </a:ext>
            </a:extLst>
          </p:cNvPr>
          <p:cNvSpPr/>
          <p:nvPr/>
        </p:nvSpPr>
        <p:spPr>
          <a:xfrm>
            <a:off x="8191500" y="21907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035" name="Google Shape;3189;p248">
            <a:extLst>
              <a:ext uri="{FF2B5EF4-FFF2-40B4-BE49-F238E27FC236}">
                <a16:creationId xmlns:a16="http://schemas.microsoft.com/office/drawing/2014/main" id="{16183E64-F54F-9D24-D554-A4BC9FABEC97}"/>
              </a:ext>
            </a:extLst>
          </p:cNvPr>
          <p:cNvSpPr/>
          <p:nvPr/>
        </p:nvSpPr>
        <p:spPr>
          <a:xfrm>
            <a:off x="4800600" y="36385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036" name="Google Shape;3190;p248">
            <a:extLst>
              <a:ext uri="{FF2B5EF4-FFF2-40B4-BE49-F238E27FC236}">
                <a16:creationId xmlns:a16="http://schemas.microsoft.com/office/drawing/2014/main" id="{16A6D02A-041F-8AE9-7396-9E54FEBCEF6B}"/>
              </a:ext>
            </a:extLst>
          </p:cNvPr>
          <p:cNvSpPr/>
          <p:nvPr/>
        </p:nvSpPr>
        <p:spPr>
          <a:xfrm>
            <a:off x="6019800" y="36385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037" name="Google Shape;3191;p248">
            <a:extLst>
              <a:ext uri="{FF2B5EF4-FFF2-40B4-BE49-F238E27FC236}">
                <a16:creationId xmlns:a16="http://schemas.microsoft.com/office/drawing/2014/main" id="{59119537-9606-FC02-14B6-00A80F248908}"/>
              </a:ext>
            </a:extLst>
          </p:cNvPr>
          <p:cNvSpPr/>
          <p:nvPr/>
        </p:nvSpPr>
        <p:spPr>
          <a:xfrm>
            <a:off x="7296150" y="3638550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236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65209C0-ACAD-42F5-9469-6C0BB95BCE3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851458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 dirty="0">
                <a:solidFill>
                  <a:srgbClr val="555555"/>
                </a:solidFill>
              </a:rPr>
              <a:t>DISCOVERY PATH</a:t>
            </a:r>
            <a:r>
              <a:rPr lang="en-US" sz="1200" b="1" dirty="0">
                <a:solidFill>
                  <a:srgbClr val="555555"/>
                </a:solidFill>
              </a:rPr>
              <a:t> – TOWARDS TEMPLATE FREE GENERATION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3B956-DE4E-40D1-9525-56E00422081B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 dirty="0">
                <a:solidFill>
                  <a:srgbClr val="000000"/>
                </a:solidFill>
              </a:rPr>
              <a:t>Discovery </a:t>
            </a:r>
            <a:r>
              <a:rPr lang="en-US" sz="2850" b="1" dirty="0">
                <a:solidFill>
                  <a:srgbClr val="000000"/>
                </a:solidFill>
              </a:rPr>
              <a:t>mode </a:t>
            </a:r>
            <a:r>
              <a:rPr sz="2850" b="1" dirty="0">
                <a:solidFill>
                  <a:srgbClr val="000000"/>
                </a:solidFill>
              </a:rPr>
              <a:t>splits generation into planning first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1BB2CFE-E7CC-46A0-948B-4437C6B7CFDD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7D39E-F44D-4B5D-9835-53D405B826C8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CBCF9-4B7A-4C16-A281-4B1B046F3B00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8C5847-5D59-4BE6-B231-B00C4CE17C47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This is the current discovery-mode difference: an intermediate selected_relation exists before the MCQ generator runs.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8C3116-6DB9-4C9B-B9B4-869E30EE8FC5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2952750" cy="2190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A1C17A-6CEF-4533-9DDD-060FAA8B5925}"/>
              </a:ext>
            </a:extLst>
          </p:cNvPr>
          <p:cNvSpPr>
            <a:spLocks noGrp="1"/>
          </p:cNvSpPr>
          <p:nvPr/>
        </p:nvSpPr>
        <p:spPr>
          <a:xfrm>
            <a:off x="4619625" y="2286000"/>
            <a:ext cx="2952750" cy="2190750"/>
          </a:xfrm>
          <a:prstGeom prst="rect">
            <a:avLst/>
          </a:prstGeom>
          <a:solidFill>
            <a:srgbClr val="FFE5D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006AC7-A4AE-4675-9EAC-092899BAE5E5}"/>
              </a:ext>
            </a:extLst>
          </p:cNvPr>
          <p:cNvSpPr>
            <a:spLocks noGrp="1"/>
          </p:cNvSpPr>
          <p:nvPr/>
        </p:nvSpPr>
        <p:spPr>
          <a:xfrm>
            <a:off x="8553450" y="2286000"/>
            <a:ext cx="2952750" cy="2190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D95F115-DA15-414B-824A-D71BAC6AEC05}"/>
              </a:ext>
            </a:extLst>
          </p:cNvPr>
          <p:cNvSpPr>
            <a:spLocks noGrp="1"/>
          </p:cNvSpPr>
          <p:nvPr/>
        </p:nvSpPr>
        <p:spPr>
          <a:xfrm>
            <a:off x="3886200" y="3267075"/>
            <a:ext cx="45720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CEA5C44-A822-4453-B734-4C4B848D42E6}"/>
              </a:ext>
            </a:extLst>
          </p:cNvPr>
          <p:cNvSpPr>
            <a:spLocks noGrp="1"/>
          </p:cNvSpPr>
          <p:nvPr/>
        </p:nvSpPr>
        <p:spPr>
          <a:xfrm>
            <a:off x="7820025" y="3267075"/>
            <a:ext cx="45720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64CA38-48D0-4759-A2AA-32023EC933CC}"/>
              </a:ext>
            </a:extLst>
          </p:cNvPr>
          <p:cNvSpPr>
            <a:spLocks noGrp="1"/>
          </p:cNvSpPr>
          <p:nvPr/>
        </p:nvSpPr>
        <p:spPr>
          <a:xfrm>
            <a:off x="933450" y="2590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1. Relation planner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036920-9DAC-49C5-96E9-CA5E89F19AF9}"/>
              </a:ext>
            </a:extLst>
          </p:cNvPr>
          <p:cNvSpPr>
            <a:spLocks noGrp="1"/>
          </p:cNvSpPr>
          <p:nvPr/>
        </p:nvSpPr>
        <p:spPr>
          <a:xfrm>
            <a:off x="933450" y="3086100"/>
            <a:ext cx="238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- Do not write the MCQ yet</a:t>
            </a: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- List 3-5 cross-user needs</a:t>
            </a: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- Select one relation</a:t>
            </a: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- Explain why it is natural and not single-user-answerable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E8BA5-CB2E-4865-B55A-57F0793C21E9}"/>
              </a:ext>
            </a:extLst>
          </p:cNvPr>
          <p:cNvSpPr>
            <a:spLocks noGrp="1"/>
          </p:cNvSpPr>
          <p:nvPr/>
        </p:nvSpPr>
        <p:spPr>
          <a:xfrm>
            <a:off x="4895850" y="2590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selected_relation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4892BF-0B0E-473C-A1D9-76F312F1190C}"/>
              </a:ext>
            </a:extLst>
          </p:cNvPr>
          <p:cNvSpPr>
            <a:spLocks noGrp="1"/>
          </p:cNvSpPr>
          <p:nvPr/>
        </p:nvSpPr>
        <p:spPr>
          <a:xfrm>
            <a:off x="4895850" y="3086100"/>
            <a:ext cx="238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</a:t>
            </a:r>
            <a:r>
              <a:rPr sz="1275" b="0" dirty="0" err="1">
                <a:solidFill>
                  <a:srgbClr val="555555"/>
                </a:solidFill>
              </a:rPr>
              <a:t>speaker_user</a:t>
            </a:r>
            <a:endParaRPr sz="1275" b="0" dirty="0">
              <a:solidFill>
                <a:srgbClr val="555555"/>
              </a:solidFill>
            </a:endParaRP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</a:t>
            </a:r>
            <a:r>
              <a:rPr sz="1275" b="0" dirty="0" err="1">
                <a:solidFill>
                  <a:srgbClr val="555555"/>
                </a:solidFill>
              </a:rPr>
              <a:t>other_required_users</a:t>
            </a:r>
            <a:endParaRPr sz="1275" b="0" dirty="0">
              <a:solidFill>
                <a:srgbClr val="555555"/>
              </a:solidFill>
            </a:endParaRP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</a:t>
            </a:r>
            <a:r>
              <a:rPr sz="1275" b="0" dirty="0" err="1">
                <a:solidFill>
                  <a:srgbClr val="555555"/>
                </a:solidFill>
              </a:rPr>
              <a:t>what_speaker_knows_sees</a:t>
            </a:r>
            <a:endParaRPr sz="1275" b="0" dirty="0">
              <a:solidFill>
                <a:srgbClr val="555555"/>
              </a:solidFill>
            </a:endParaRP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</a:t>
            </a:r>
            <a:r>
              <a:rPr sz="1275" b="0" dirty="0" err="1">
                <a:solidFill>
                  <a:srgbClr val="555555"/>
                </a:solidFill>
              </a:rPr>
              <a:t>what_others_know_see</a:t>
            </a:r>
            <a:endParaRPr sz="1275" b="0" dirty="0">
              <a:solidFill>
                <a:srgbClr val="555555"/>
              </a:solidFill>
            </a:endParaRP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</a:t>
            </a:r>
            <a:r>
              <a:rPr sz="1275" b="0" dirty="0" err="1">
                <a:solidFill>
                  <a:srgbClr val="555555"/>
                </a:solidFill>
              </a:rPr>
              <a:t>only_clear_when_combining</a:t>
            </a:r>
            <a:endParaRPr sz="1275" b="0" dirty="0">
              <a:solidFill>
                <a:srgbClr val="555555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E571EF-285B-4354-95B4-E55D602CD07B}"/>
              </a:ext>
            </a:extLst>
          </p:cNvPr>
          <p:cNvSpPr>
            <a:spLocks noGrp="1"/>
          </p:cNvSpPr>
          <p:nvPr/>
        </p:nvSpPr>
        <p:spPr>
          <a:xfrm>
            <a:off x="8801100" y="2590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2. MCQ generator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49041D-ECE6-4EE9-BEC8-03C70091AAF2}"/>
              </a:ext>
            </a:extLst>
          </p:cNvPr>
          <p:cNvSpPr>
            <a:spLocks noGrp="1"/>
          </p:cNvSpPr>
          <p:nvPr/>
        </p:nvSpPr>
        <p:spPr>
          <a:xfrm>
            <a:off x="8801100" y="3086100"/>
            <a:ext cx="238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Use selected relation</a:t>
            </a: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Write natural first-person MCQ</a:t>
            </a: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Return VIDEO_GENERATION_SCHEMA</a:t>
            </a:r>
          </a:p>
          <a:p>
            <a:pPr algn="l">
              <a:defRPr sz="1275" b="0">
                <a:solidFill>
                  <a:srgbClr val="555555"/>
                </a:solidFill>
              </a:defRPr>
            </a:pPr>
            <a:r>
              <a:rPr sz="1275" b="0" dirty="0">
                <a:solidFill>
                  <a:srgbClr val="555555"/>
                </a:solidFill>
              </a:rPr>
              <a:t>- Satisfy two-user necessity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A1577E-37A6-4385-B8A0-AF27B848C165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sz="1500" b="1" dirty="0">
                <a:solidFill>
                  <a:srgbClr val="000000"/>
                </a:solidFill>
              </a:rPr>
              <a:t>Why it matters: </a:t>
            </a:r>
            <a:r>
              <a:rPr lang="en-US" sz="1500" b="1" dirty="0">
                <a:solidFill>
                  <a:srgbClr val="000000"/>
                </a:solidFill>
              </a:rPr>
              <a:t>let the generator reason explicitly before drafting answer. Also, </a:t>
            </a:r>
            <a:r>
              <a:rPr sz="1500" b="1" dirty="0">
                <a:solidFill>
                  <a:srgbClr val="000000"/>
                </a:solidFill>
              </a:rPr>
              <a:t>if a gate fails, the next attempt can search for a different relation rather than only rephrasing the same flawed question.</a:t>
            </a:r>
          </a:p>
        </p:txBody>
      </p:sp>
    </p:spTree>
    <p:extLst>
      <p:ext uri="{BB962C8B-B14F-4D97-AF65-F5344CB8AC3E}">
        <p14:creationId xmlns:p14="http://schemas.microsoft.com/office/powerpoint/2010/main" val="193492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CAD7AE9-367A-48E1-BA60-FAD399A85F8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SCHEMA AND METADATA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EF96BD-9CB3-493F-9DC0-39028F4C8553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After generation, the loop normalizes and checks the QA structure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DC336D6-0E98-434F-8201-670E2EBF9EAE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F062F-6712-4AC6-BE2E-2B8443A1B28C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A2F62-9CC5-4051-A20E-A7D2F289134B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D92FA-5AD0-44B8-9EBF-9B997163DCD9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The generator may omit or weaken some metadata. </a:t>
            </a:r>
            <a:r>
              <a:rPr sz="1575" b="0" dirty="0" err="1">
                <a:solidFill>
                  <a:srgbClr val="555555"/>
                </a:solidFill>
              </a:rPr>
              <a:t>complete_generator_metadata</a:t>
            </a:r>
            <a:r>
              <a:rPr sz="1575" b="0" dirty="0">
                <a:solidFill>
                  <a:srgbClr val="555555"/>
                </a:solidFill>
              </a:rPr>
              <a:t>(...) fills safe defaults before basic validation.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524531-F562-4B41-9986-A751926BB1BD}"/>
              </a:ext>
            </a:extLst>
          </p:cNvPr>
          <p:cNvSpPr>
            <a:spLocks noGrp="1"/>
          </p:cNvSpPr>
          <p:nvPr/>
        </p:nvSpPr>
        <p:spPr>
          <a:xfrm>
            <a:off x="400050" y="2095500"/>
            <a:ext cx="5334000" cy="3333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83A36F-4EC3-48B3-8C2F-4663FDE1C3DF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5334000" cy="3333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E76815-25E0-406C-82EA-AA27D7C06310}"/>
              </a:ext>
            </a:extLst>
          </p:cNvPr>
          <p:cNvSpPr>
            <a:spLocks noGrp="1"/>
          </p:cNvSpPr>
          <p:nvPr/>
        </p:nvSpPr>
        <p:spPr>
          <a:xfrm>
            <a:off x="647700" y="2362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Backfilled or normalized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2A3D4F-010F-4DEA-A770-ABBF9E13A705}"/>
              </a:ext>
            </a:extLst>
          </p:cNvPr>
          <p:cNvSpPr>
            <a:spLocks noGrp="1"/>
          </p:cNvSpPr>
          <p:nvPr/>
        </p:nvSpPr>
        <p:spPr>
          <a:xfrm>
            <a:off x="647700" y="29146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qa_id if missing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question_type from loop target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required_users from packet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category default: environmental_interaction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answer text from options[correct] when possible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trace, human_audit, source URLs, video_evidence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C542B6-12B1-4A16-AA48-5965871B1C9B}"/>
              </a:ext>
            </a:extLst>
          </p:cNvPr>
          <p:cNvSpPr>
            <a:spLocks noGrp="1"/>
          </p:cNvSpPr>
          <p:nvPr/>
        </p:nvSpPr>
        <p:spPr>
          <a:xfrm>
            <a:off x="6705600" y="23622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Basic schema gate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6C4F71-411C-45BF-AF7D-72393892F089}"/>
              </a:ext>
            </a:extLst>
          </p:cNvPr>
          <p:cNvSpPr>
            <a:spLocks noGrp="1"/>
          </p:cNvSpPr>
          <p:nvPr/>
        </p:nvSpPr>
        <p:spPr>
          <a:xfrm>
            <a:off x="6705600" y="29146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Required fields exist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Exactly five non-empty options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correct is A-E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answer equals options[correct]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at least two unique required users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single-user and combined answerability text exists</a:t>
            </a:r>
          </a:p>
        </p:txBody>
      </p:sp>
    </p:spTree>
    <p:extLst>
      <p:ext uri="{BB962C8B-B14F-4D97-AF65-F5344CB8AC3E}">
        <p14:creationId xmlns:p14="http://schemas.microsoft.com/office/powerpoint/2010/main" val="509195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FC1DCC8-2731-404D-99D1-75B15D47411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JUDGER</a:t>
            </a:r>
            <a:r>
              <a:rPr sz="1200" b="1" dirty="0">
                <a:solidFill>
                  <a:srgbClr val="555555"/>
                </a:solidFill>
              </a:rPr>
              <a:t> 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0DBA7-27FA-4868-96FC-49E07508BF21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 dirty="0">
                <a:solidFill>
                  <a:srgbClr val="000000"/>
                </a:solidFill>
              </a:rPr>
              <a:t>The </a:t>
            </a:r>
            <a:r>
              <a:rPr lang="en-US" sz="2850" b="1" dirty="0">
                <a:solidFill>
                  <a:srgbClr val="000000"/>
                </a:solidFill>
              </a:rPr>
              <a:t>judger</a:t>
            </a:r>
            <a:r>
              <a:rPr sz="2850" b="1" dirty="0">
                <a:solidFill>
                  <a:srgbClr val="000000"/>
                </a:solidFill>
              </a:rPr>
              <a:t> is a VLM check, </a:t>
            </a:r>
            <a:r>
              <a:rPr lang="en-US" sz="2850" b="1" dirty="0">
                <a:solidFill>
                  <a:srgbClr val="000000"/>
                </a:solidFill>
              </a:rPr>
              <a:t>and</a:t>
            </a:r>
            <a:r>
              <a:rPr sz="2850" b="1" dirty="0">
                <a:solidFill>
                  <a:srgbClr val="000000"/>
                </a:solidFill>
              </a:rPr>
              <a:t> the gate is deterministic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54895AD-00B3-4A99-87BA-0AB24A27A9B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6D0FC-BC74-4055-83F2-3B359C98FFDE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DADAC-A123-4830-8DF3-DBF6E2D725FF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4A5A1-C7C7-4273-BE52-B89274B123BE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Function: </a:t>
            </a:r>
            <a:r>
              <a:rPr sz="1575" b="0" dirty="0" err="1">
                <a:solidFill>
                  <a:srgbClr val="555555"/>
                </a:solidFill>
              </a:rPr>
              <a:t>build_judger_prompt</a:t>
            </a:r>
            <a:r>
              <a:rPr sz="1575" b="0" dirty="0">
                <a:solidFill>
                  <a:srgbClr val="555555"/>
                </a:solidFill>
              </a:rPr>
              <a:t>(...) asks for nine structured checks. </a:t>
            </a:r>
            <a:r>
              <a:rPr sz="1575" b="0" dirty="0" err="1">
                <a:solidFill>
                  <a:srgbClr val="555555"/>
                </a:solidFill>
              </a:rPr>
              <a:t>judge_gate</a:t>
            </a:r>
            <a:r>
              <a:rPr sz="1575" b="0" dirty="0">
                <a:solidFill>
                  <a:srgbClr val="555555"/>
                </a:solidFill>
              </a:rPr>
              <a:t>(...) then requires every blocking check to be PASS.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ABAD3D-6245-44FA-9328-32567FDB4689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238500" cy="2476500"/>
          </a:xfrm>
          <a:prstGeom prst="rect">
            <a:avLst/>
          </a:prstGeom>
          <a:solidFill>
            <a:srgbClr val="FFE5D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7C9908-2326-48B4-93B2-46B30687618A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Core semantics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1D08F7-72A0-46F9-8552-A6775ED5111D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27813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multi_video_necessity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visual_grounding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question_type_semantics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8D70D8-7AD8-436F-9265-490A7E0EED47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3238500" cy="2476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3A559-4E29-475E-90CD-CCF2257A06C8}"/>
              </a:ext>
            </a:extLst>
          </p:cNvPr>
          <p:cNvSpPr>
            <a:spLocks noGrp="1"/>
          </p:cNvSpPr>
          <p:nvPr/>
        </p:nvSpPr>
        <p:spPr>
          <a:xfrm>
            <a:off x="4591050" y="26670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Wording and source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B02E3-6798-4B00-A692-8F3333D0773E}"/>
              </a:ext>
            </a:extLst>
          </p:cNvPr>
          <p:cNvSpPr>
            <a:spLocks noGrp="1"/>
          </p:cNvSpPr>
          <p:nvPr/>
        </p:nvSpPr>
        <p:spPr>
          <a:xfrm>
            <a:off x="4591050" y="3257550"/>
            <a:ext cx="27813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first_person_naturalness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agent_perspective</a:t>
            </a:r>
            <a:endParaRPr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sz="1350" b="0" dirty="0" err="1">
                <a:solidFill>
                  <a:srgbClr val="555555"/>
                </a:solidFill>
              </a:rPr>
              <a:t>source_scope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BB4B78-116B-4335-9659-B72EF17FED8F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3238500" cy="2476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1AB4E7-C6CE-417F-B6DF-8AAA77279353}"/>
              </a:ext>
            </a:extLst>
          </p:cNvPr>
          <p:cNvSpPr>
            <a:spLocks noGrp="1"/>
          </p:cNvSpPr>
          <p:nvPr/>
        </p:nvSpPr>
        <p:spPr>
          <a:xfrm>
            <a:off x="8305800" y="26670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Format and safety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5DC1B3-1686-4B00-ABFD-9BF705A8DB40}"/>
              </a:ext>
            </a:extLst>
          </p:cNvPr>
          <p:cNvSpPr>
            <a:spLocks noGrp="1"/>
          </p:cNvSpPr>
          <p:nvPr/>
        </p:nvSpPr>
        <p:spPr>
          <a:xfrm>
            <a:off x="8305800" y="3257550"/>
            <a:ext cx="27813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mcq_option_quality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gaze_safety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- human_auditability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7A387-292F-4843-8D96-024C83C683C3}"/>
              </a:ext>
            </a:extLst>
          </p:cNvPr>
          <p:cNvSpPr>
            <a:spLocks noGrp="1"/>
          </p:cNvSpPr>
          <p:nvPr/>
        </p:nvSpPr>
        <p:spPr>
          <a:xfrm>
            <a:off x="1424643" y="5278248"/>
            <a:ext cx="9342714" cy="568704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0A7CE7-B92D-40C2-9FB9-C9E094C1764C}"/>
              </a:ext>
            </a:extLst>
          </p:cNvPr>
          <p:cNvSpPr>
            <a:spLocks noGrp="1"/>
          </p:cNvSpPr>
          <p:nvPr/>
        </p:nvSpPr>
        <p:spPr>
          <a:xfrm>
            <a:off x="1676400" y="5334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lang="en-US" sz="1275" b="1" dirty="0">
                <a:solidFill>
                  <a:srgbClr val="000000"/>
                </a:solidFill>
              </a:rPr>
              <a:t>All 9 checks have to PASS for generator acceptance</a:t>
            </a:r>
            <a:endParaRPr sz="1275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170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FC1DCC8-2731-404D-99D1-75B15D47411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JUDGER</a:t>
            </a:r>
            <a:r>
              <a:rPr sz="1200" b="1" dirty="0">
                <a:solidFill>
                  <a:srgbClr val="555555"/>
                </a:solidFill>
              </a:rPr>
              <a:t> 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0DBA7-27FA-4868-96FC-49E07508BF21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Judger gate specifics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54895AD-00B3-4A99-87BA-0AB24A27A9B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6D0FC-BC74-4055-83F2-3B359C98FFDE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DADAC-A123-4830-8DF3-DBF6E2D725FF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BDD183-0D4C-801C-7473-8093FD15C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618807"/>
              </p:ext>
            </p:extLst>
          </p:nvPr>
        </p:nvGraphicFramePr>
        <p:xfrm>
          <a:off x="1257649" y="1595584"/>
          <a:ext cx="9026553" cy="4182580"/>
        </p:xfrm>
        <a:graphic>
          <a:graphicData uri="http://schemas.openxmlformats.org/drawingml/2006/table">
            <a:tbl>
              <a:tblPr/>
              <a:tblGrid>
                <a:gridCol w="3008851">
                  <a:extLst>
                    <a:ext uri="{9D8B030D-6E8A-4147-A177-3AD203B41FA5}">
                      <a16:colId xmlns:a16="http://schemas.microsoft.com/office/drawing/2014/main" val="3297045066"/>
                    </a:ext>
                  </a:extLst>
                </a:gridCol>
                <a:gridCol w="3008851">
                  <a:extLst>
                    <a:ext uri="{9D8B030D-6E8A-4147-A177-3AD203B41FA5}">
                      <a16:colId xmlns:a16="http://schemas.microsoft.com/office/drawing/2014/main" val="2638326072"/>
                    </a:ext>
                  </a:extLst>
                </a:gridCol>
                <a:gridCol w="3008851">
                  <a:extLst>
                    <a:ext uri="{9D8B030D-6E8A-4147-A177-3AD203B41FA5}">
                      <a16:colId xmlns:a16="http://schemas.microsoft.com/office/drawing/2014/main" val="757069844"/>
                    </a:ext>
                  </a:extLst>
                </a:gridCol>
              </a:tblGrid>
              <a:tr h="112834">
                <a:tc>
                  <a:txBody>
                    <a:bodyPr/>
                    <a:lstStyle/>
                    <a:p>
                      <a:r>
                        <a:rPr lang="en-US" sz="1400"/>
                        <a:t>Check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Prompt snippet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General idea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53123"/>
                  </a:ext>
                </a:extLst>
              </a:tr>
              <a:tr h="535965">
                <a:tc>
                  <a:txBody>
                    <a:bodyPr/>
                    <a:lstStyle/>
                    <a:p>
                      <a:r>
                        <a:rPr lang="en-US" sz="1400" dirty="0"/>
                        <a:t>1. </a:t>
                      </a:r>
                      <a:r>
                        <a:rPr lang="en-US" sz="1400" dirty="0" err="1"/>
                        <a:t>first_person_naturalness</a:t>
                      </a:r>
                      <a:endParaRPr lang="en-US" sz="1400" dirty="0"/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“natural first-person memory/AR-assistant wording”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 question should sound like something a wearer/user would naturally ask from memory, using an involved first-person perspective rather than a detached benchmark style.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655234"/>
                  </a:ext>
                </a:extLst>
              </a:tr>
              <a:tr h="451338">
                <a:tc>
                  <a:txBody>
                    <a:bodyPr/>
                    <a:lstStyle/>
                    <a:p>
                      <a:r>
                        <a:rPr lang="en-US" sz="1400" dirty="0"/>
                        <a:t>2. </a:t>
                      </a:r>
                      <a:r>
                        <a:rPr lang="en-US" sz="1400" dirty="0" err="1"/>
                        <a:t>agent_perspective</a:t>
                      </a:r>
                      <a:endParaRPr lang="en-US" sz="1400" dirty="0"/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“no dataset-observer wording, and no video/footage/recording/frame/camera/clip/timestamp language”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Blocks questions/options that mention the data collection artifact. The user should not be asked “in the video/frame/camera...”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956136"/>
                  </a:ext>
                </a:extLst>
              </a:tr>
              <a:tr h="451338">
                <a:tc>
                  <a:txBody>
                    <a:bodyPr/>
                    <a:lstStyle/>
                    <a:p>
                      <a:r>
                        <a:rPr lang="en-US" sz="1400" dirty="0"/>
                        <a:t>3. </a:t>
                      </a:r>
                      <a:r>
                        <a:rPr lang="en-US" sz="1400" dirty="0" err="1"/>
                        <a:t>source_scope</a:t>
                      </a:r>
                      <a:endParaRPr lang="en-US" sz="1400" dirty="0"/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“answerable from provided raw videos and metadata only”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Ensures the QA does not depend on captions, transcripts, outside knowledge, hidden intent, or facts not visible in the provided evidence packet.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26676"/>
                  </a:ext>
                </a:extLst>
              </a:tr>
              <a:tr h="535965">
                <a:tc>
                  <a:txBody>
                    <a:bodyPr/>
                    <a:lstStyle/>
                    <a:p>
                      <a:r>
                        <a:rPr lang="en-US" sz="1400" dirty="0"/>
                        <a:t>4. </a:t>
                      </a:r>
                      <a:r>
                        <a:rPr lang="en-US" sz="1400" dirty="0" err="1"/>
                        <a:t>question_type_semantics</a:t>
                      </a:r>
                      <a:endParaRPr lang="en-US" sz="1400" dirty="0"/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“commonality means shared or jointly verified; difference means meaningful contrast, asymmetry, or complementary detail”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that </a:t>
                      </a:r>
                      <a:r>
                        <a:rPr lang="en-US" sz="1400" dirty="0" err="1"/>
                        <a:t>question_type</a:t>
                      </a:r>
                      <a:r>
                        <a:rPr lang="en-US" sz="1400" dirty="0"/>
                        <a:t> matches the actual reasoning. A commonality question must be truly joint/shared; a difference question must involve a real contrast or complementary detail.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354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243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FC1DCC8-2731-404D-99D1-75B15D47411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JUDGER</a:t>
            </a:r>
            <a:r>
              <a:rPr sz="1200" b="1" dirty="0">
                <a:solidFill>
                  <a:srgbClr val="555555"/>
                </a:solidFill>
              </a:rPr>
              <a:t> 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0DBA7-27FA-4868-96FC-49E07508BF21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Judger gate specifics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54895AD-00B3-4A99-87BA-0AB24A27A9B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6D0FC-BC74-4055-83F2-3B359C98FFDE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DADAC-A123-4830-8DF3-DBF6E2D725FF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0DC724-7DC0-8EB3-6985-B562AA74C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426881"/>
              </p:ext>
            </p:extLst>
          </p:nvPr>
        </p:nvGraphicFramePr>
        <p:xfrm>
          <a:off x="1749105" y="1568712"/>
          <a:ext cx="9401699" cy="3735816"/>
        </p:xfrm>
        <a:graphic>
          <a:graphicData uri="http://schemas.openxmlformats.org/drawingml/2006/table">
            <a:tbl>
              <a:tblPr/>
              <a:tblGrid>
                <a:gridCol w="3179317">
                  <a:extLst>
                    <a:ext uri="{9D8B030D-6E8A-4147-A177-3AD203B41FA5}">
                      <a16:colId xmlns:a16="http://schemas.microsoft.com/office/drawing/2014/main" val="2075662560"/>
                    </a:ext>
                  </a:extLst>
                </a:gridCol>
                <a:gridCol w="3111191">
                  <a:extLst>
                    <a:ext uri="{9D8B030D-6E8A-4147-A177-3AD203B41FA5}">
                      <a16:colId xmlns:a16="http://schemas.microsoft.com/office/drawing/2014/main" val="865626864"/>
                    </a:ext>
                  </a:extLst>
                </a:gridCol>
                <a:gridCol w="3111191">
                  <a:extLst>
                    <a:ext uri="{9D8B030D-6E8A-4147-A177-3AD203B41FA5}">
                      <a16:colId xmlns:a16="http://schemas.microsoft.com/office/drawing/2014/main" val="2324532409"/>
                    </a:ext>
                  </a:extLst>
                </a:gridCol>
              </a:tblGrid>
              <a:tr h="214824">
                <a:tc>
                  <a:txBody>
                    <a:bodyPr/>
                    <a:lstStyle/>
                    <a:p>
                      <a:r>
                        <a:rPr lang="en-US" sz="1400" dirty="0"/>
                        <a:t>Check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Prompt snippet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General idea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394242"/>
                  </a:ext>
                </a:extLst>
              </a:tr>
              <a:tr h="2515119">
                <a:tc>
                  <a:txBody>
                    <a:bodyPr/>
                    <a:lstStyle/>
                    <a:p>
                      <a:r>
                        <a:rPr lang="en-US" sz="1400" dirty="0" err="1"/>
                        <a:t>multi_video_necessity</a:t>
                      </a:r>
                      <a:endParaRPr lang="en-US" sz="1400" dirty="0"/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“PASS only if one required user's video provides a speaker-side anchor event and another required user's video provides a missing visual detail...”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QA must have a real cross-video dependency. It rejects timestamp-only stitching, generic comparisons, “what did both users see,” and cases where one video alone gives the answer.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834623"/>
                  </a:ext>
                </a:extLst>
              </a:tr>
              <a:tr h="981589">
                <a:tc>
                  <a:txBody>
                    <a:bodyPr/>
                    <a:lstStyle/>
                    <a:p>
                      <a:r>
                        <a:rPr lang="en-US" sz="1400" dirty="0" err="1"/>
                        <a:t>visual_grounding</a:t>
                      </a:r>
                      <a:endParaRPr lang="en-US" sz="1400" dirty="0"/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“correct option and evidence claims are visually grounded in concrete moments”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Verifies that the correct answer and per-user evidence claims are actually visible in the videos at concrete moments, not merely plausible.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61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09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FC1DCC8-2731-404D-99D1-75B15D47411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JUDGER</a:t>
            </a:r>
            <a:r>
              <a:rPr sz="1200" b="1" dirty="0">
                <a:solidFill>
                  <a:srgbClr val="555555"/>
                </a:solidFill>
              </a:rPr>
              <a:t> 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0DBA7-27FA-4868-96FC-49E07508BF21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Judger gate specifics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54895AD-00B3-4A99-87BA-0AB24A27A9B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6D0FC-BC74-4055-83F2-3B359C98FFDE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DADAC-A123-4830-8DF3-DBF6E2D725FF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9E4BC-3003-7C0F-048B-8531B4DF5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454328"/>
              </p:ext>
            </p:extLst>
          </p:nvPr>
        </p:nvGraphicFramePr>
        <p:xfrm>
          <a:off x="2424418" y="1645260"/>
          <a:ext cx="7055142" cy="4215580"/>
        </p:xfrm>
        <a:graphic>
          <a:graphicData uri="http://schemas.openxmlformats.org/drawingml/2006/table">
            <a:tbl>
              <a:tblPr/>
              <a:tblGrid>
                <a:gridCol w="2351714">
                  <a:extLst>
                    <a:ext uri="{9D8B030D-6E8A-4147-A177-3AD203B41FA5}">
                      <a16:colId xmlns:a16="http://schemas.microsoft.com/office/drawing/2014/main" val="2906018471"/>
                    </a:ext>
                  </a:extLst>
                </a:gridCol>
                <a:gridCol w="2351714">
                  <a:extLst>
                    <a:ext uri="{9D8B030D-6E8A-4147-A177-3AD203B41FA5}">
                      <a16:colId xmlns:a16="http://schemas.microsoft.com/office/drawing/2014/main" val="3084782815"/>
                    </a:ext>
                  </a:extLst>
                </a:gridCol>
                <a:gridCol w="2351714">
                  <a:extLst>
                    <a:ext uri="{9D8B030D-6E8A-4147-A177-3AD203B41FA5}">
                      <a16:colId xmlns:a16="http://schemas.microsoft.com/office/drawing/2014/main" val="1551792679"/>
                    </a:ext>
                  </a:extLst>
                </a:gridCol>
              </a:tblGrid>
              <a:tr h="320752">
                <a:tc>
                  <a:txBody>
                    <a:bodyPr/>
                    <a:lstStyle/>
                    <a:p>
                      <a:r>
                        <a:rPr lang="en-US" sz="1400"/>
                        <a:t>Check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Prompt snippet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General idea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535028"/>
                  </a:ext>
                </a:extLst>
              </a:tr>
              <a:tr h="1283012">
                <a:tc>
                  <a:txBody>
                    <a:bodyPr/>
                    <a:lstStyle/>
                    <a:p>
                      <a:r>
                        <a:rPr lang="en-US" sz="1400" dirty="0" err="1"/>
                        <a:t>mcq_option_quality</a:t>
                      </a:r>
                      <a:endParaRPr lang="en-US" sz="1400" dirty="0"/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“exactly five plausible options and exactly one correct answer”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MCQ mechanics: five options, plausible distractors, no duplicate/ambiguous correct choices, and one uniquely correct answer.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475961"/>
                  </a:ext>
                </a:extLst>
              </a:tr>
              <a:tr h="1042447">
                <a:tc>
                  <a:txBody>
                    <a:bodyPr/>
                    <a:lstStyle/>
                    <a:p>
                      <a:r>
                        <a:rPr lang="en-US" sz="1400"/>
                        <a:t>gaze_safety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“do not invent exact gaze-to-object claims when 2D gaze is unavailable”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Prevents overclaiming eye gaze. If gaze projection/calibration is missing, the QA should not pretend to know exact pixel/object fixation.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2967"/>
                  </a:ext>
                </a:extLst>
              </a:tr>
              <a:tr h="1283012">
                <a:tc>
                  <a:txBody>
                    <a:bodyPr/>
                    <a:lstStyle/>
                    <a:p>
                      <a:r>
                        <a:rPr lang="en-US" sz="1400"/>
                        <a:t>human_auditability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“enough user/video/time evidence exists for a human to inspect later”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Ensures the row has enough traceable evidence, such as users, videos, timestamps, and claims, so a human reviewer can verify why it passed or failed.</a:t>
                      </a:r>
                    </a:p>
                  </a:txBody>
                  <a:tcPr marL="25748" marR="25748" marT="12874" marB="128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24875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EDE5F9-BBEF-5F7F-3E41-21CBA76526C2}"/>
              </a:ext>
            </a:extLst>
          </p:cNvPr>
          <p:cNvSpPr txBox="1"/>
          <p:nvPr/>
        </p:nvSpPr>
        <p:spPr>
          <a:xfrm>
            <a:off x="9767582" y="3829654"/>
            <a:ext cx="199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(currently disabled)</a:t>
            </a:r>
          </a:p>
        </p:txBody>
      </p:sp>
    </p:spTree>
    <p:extLst>
      <p:ext uri="{BB962C8B-B14F-4D97-AF65-F5344CB8AC3E}">
        <p14:creationId xmlns:p14="http://schemas.microsoft.com/office/powerpoint/2010/main" val="2062066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05B9980-CF15-4023-FA94-280CF4FA5164}"/>
              </a:ext>
            </a:extLst>
          </p:cNvPr>
          <p:cNvSpPr>
            <a:spLocks noGrp="1"/>
          </p:cNvSpPr>
          <p:nvPr/>
        </p:nvSpPr>
        <p:spPr>
          <a:xfrm>
            <a:off x="4680183" y="2571750"/>
            <a:ext cx="2667000" cy="1619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0D1224-4FC7-45C6-BB11-9CD4AE9E6CF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BEHAVIORAL 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15AEB-F121-472A-8DD0-03B53CB5665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Answerability tests whether the MCQ truly needs multiple users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3DA95FF-1B21-45E5-8E93-81916C8BD5BC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F31CA-0F71-44D2-88C6-77C5FCFBA0E0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8A9D8-5644-4949-8F2E-210D6BAC7156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82FDE-5D0A-4D72-839A-0C8EA84DE405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same QA is answered under restricted media conditions. A valid two-user QA should be answerable only when all required users' videos are available.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A6ACB-CED9-4B5C-B05D-14BA99D9DBBF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2667000" cy="1619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DE3AF-7CC1-4BD5-A5F4-D6427EDF1D63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81978F-B602-4EBC-AABD-25D7D283E011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ABE336-9987-414F-BDE8-3F5CC316D8B4}"/>
              </a:ext>
            </a:extLst>
          </p:cNvPr>
          <p:cNvSpPr>
            <a:spLocks noGrp="1"/>
          </p:cNvSpPr>
          <p:nvPr/>
        </p:nvSpPr>
        <p:spPr>
          <a:xfrm>
            <a:off x="1257300" y="27051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 dirty="0" err="1">
                <a:solidFill>
                  <a:srgbClr val="000000"/>
                </a:solidFill>
              </a:rPr>
              <a:t>single_user</a:t>
            </a:r>
            <a:r>
              <a:rPr lang="en-US" sz="1650" b="1" dirty="0">
                <a:solidFill>
                  <a:srgbClr val="000000"/>
                </a:solidFill>
              </a:rPr>
              <a:t> A</a:t>
            </a:r>
            <a:endParaRPr sz="1650" b="1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71CFB-0553-40EC-AB05-0E9BA220F5BA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362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 dirty="0">
                <a:solidFill>
                  <a:srgbClr val="555555"/>
                </a:solidFill>
              </a:rPr>
              <a:t>Condition ID: </a:t>
            </a:r>
            <a:r>
              <a:rPr sz="1200" b="0" dirty="0" err="1">
                <a:solidFill>
                  <a:srgbClr val="555555"/>
                </a:solidFill>
              </a:rPr>
              <a:t>single_user</a:t>
            </a:r>
            <a:r>
              <a:rPr sz="1200" b="0" dirty="0">
                <a:solidFill>
                  <a:srgbClr val="555555"/>
                </a:solidFill>
              </a:rPr>
              <a:t>::&lt;user&gt;. If any one user selects the correct answer, the QA leaks.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787ED-7CBE-4B8F-9C4E-16E8BE924C04}"/>
              </a:ext>
            </a:extLst>
          </p:cNvPr>
          <p:cNvSpPr>
            <a:spLocks noGrp="1"/>
          </p:cNvSpPr>
          <p:nvPr/>
        </p:nvSpPr>
        <p:spPr>
          <a:xfrm>
            <a:off x="4895850" y="27051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219923-73D1-4F38-BF3B-21E52494911E}"/>
              </a:ext>
            </a:extLst>
          </p:cNvPr>
          <p:cNvSpPr>
            <a:spLocks noGrp="1"/>
          </p:cNvSpPr>
          <p:nvPr/>
        </p:nvSpPr>
        <p:spPr>
          <a:xfrm>
            <a:off x="4895850" y="27432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311E06-9CD2-438B-817E-575B2C9A9C94}"/>
              </a:ext>
            </a:extLst>
          </p:cNvPr>
          <p:cNvSpPr>
            <a:spLocks noGrp="1"/>
          </p:cNvSpPr>
          <p:nvPr/>
        </p:nvSpPr>
        <p:spPr>
          <a:xfrm>
            <a:off x="8801100" y="2571750"/>
            <a:ext cx="2667000" cy="1619250"/>
          </a:xfrm>
          <a:prstGeom prst="rect">
            <a:avLst/>
          </a:prstGeom>
          <a:solidFill>
            <a:srgbClr val="FFE5D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45389D-2C59-43FE-8A22-13554E29ECF6}"/>
              </a:ext>
            </a:extLst>
          </p:cNvPr>
          <p:cNvSpPr>
            <a:spLocks noGrp="1"/>
          </p:cNvSpPr>
          <p:nvPr/>
        </p:nvSpPr>
        <p:spPr>
          <a:xfrm>
            <a:off x="8934450" y="2705100"/>
            <a:ext cx="304800" cy="304800"/>
          </a:xfrm>
          <a:prstGeom prst="rect">
            <a:avLst/>
          </a:prstGeom>
          <a:solidFill>
            <a:srgbClr val="FF6B35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E21774-0233-44C1-8BCA-170A1DA3C77D}"/>
              </a:ext>
            </a:extLst>
          </p:cNvPr>
          <p:cNvSpPr>
            <a:spLocks noGrp="1"/>
          </p:cNvSpPr>
          <p:nvPr/>
        </p:nvSpPr>
        <p:spPr>
          <a:xfrm>
            <a:off x="8934450" y="27432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40D607-569B-4923-AAAA-A974FF099C62}"/>
              </a:ext>
            </a:extLst>
          </p:cNvPr>
          <p:cNvSpPr>
            <a:spLocks noGrp="1"/>
          </p:cNvSpPr>
          <p:nvPr/>
        </p:nvSpPr>
        <p:spPr>
          <a:xfrm>
            <a:off x="9334500" y="27051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combined_all_users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545849-D074-47B2-8C1F-C76304063B8C}"/>
              </a:ext>
            </a:extLst>
          </p:cNvPr>
          <p:cNvSpPr>
            <a:spLocks noGrp="1"/>
          </p:cNvSpPr>
          <p:nvPr/>
        </p:nvSpPr>
        <p:spPr>
          <a:xfrm>
            <a:off x="8953500" y="3124200"/>
            <a:ext cx="2362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The combined condition must select the correct answer. Otherwise the QA is not actually answerable.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58FEB77-2B9F-42E4-B21D-33F88A095934}"/>
              </a:ext>
            </a:extLst>
          </p:cNvPr>
          <p:cNvSpPr>
            <a:spLocks noGrp="1"/>
          </p:cNvSpPr>
          <p:nvPr/>
        </p:nvSpPr>
        <p:spPr>
          <a:xfrm>
            <a:off x="3714750" y="3257550"/>
            <a:ext cx="49530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6A39E3C2-92FD-425A-849D-11AC8315CDC8}"/>
              </a:ext>
            </a:extLst>
          </p:cNvPr>
          <p:cNvSpPr>
            <a:spLocks noGrp="1"/>
          </p:cNvSpPr>
          <p:nvPr/>
        </p:nvSpPr>
        <p:spPr>
          <a:xfrm>
            <a:off x="7753350" y="3257550"/>
            <a:ext cx="49530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8339E5-9B2D-42ED-AF6D-DFEFE5B669F7}"/>
              </a:ext>
            </a:extLst>
          </p:cNvPr>
          <p:cNvSpPr>
            <a:spLocks noGrp="1"/>
          </p:cNvSpPr>
          <p:nvPr/>
        </p:nvSpPr>
        <p:spPr>
          <a:xfrm>
            <a:off x="762000" y="48768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Pass condition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E2AEFA-8514-4B05-9531-9FC8327277F5}"/>
              </a:ext>
            </a:extLst>
          </p:cNvPr>
          <p:cNvSpPr>
            <a:spLocks noGrp="1"/>
          </p:cNvSpPr>
          <p:nvPr/>
        </p:nvSpPr>
        <p:spPr>
          <a:xfrm>
            <a:off x="2952750" y="4876800"/>
            <a:ext cx="790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 err="1">
                <a:solidFill>
                  <a:srgbClr val="555555"/>
                </a:solidFill>
              </a:rPr>
              <a:t>combined_all_users</a:t>
            </a:r>
            <a:r>
              <a:rPr sz="1575" b="0" dirty="0">
                <a:solidFill>
                  <a:srgbClr val="555555"/>
                </a:solidFill>
              </a:rPr>
              <a:t> selects correct AND every single/proper-subset condition is insufficient or incorrect.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3732FA-B711-CBF1-9383-AFE2D83CF60D}"/>
              </a:ext>
            </a:extLst>
          </p:cNvPr>
          <p:cNvSpPr>
            <a:spLocks noGrp="1"/>
          </p:cNvSpPr>
          <p:nvPr/>
        </p:nvSpPr>
        <p:spPr>
          <a:xfrm>
            <a:off x="5394558" y="26860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sz="1650" b="1" dirty="0" err="1">
                <a:solidFill>
                  <a:srgbClr val="000000"/>
                </a:solidFill>
              </a:rPr>
              <a:t>single_user</a:t>
            </a:r>
            <a:r>
              <a:rPr lang="en-US" sz="1650" b="1" dirty="0">
                <a:solidFill>
                  <a:srgbClr val="000000"/>
                </a:solidFill>
              </a:rPr>
              <a:t> B</a:t>
            </a:r>
            <a:endParaRPr sz="1650" b="1" dirty="0">
              <a:solidFill>
                <a:srgbClr val="0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5F6B85-D3D5-33E1-3EDB-86E3306B1371}"/>
              </a:ext>
            </a:extLst>
          </p:cNvPr>
          <p:cNvSpPr>
            <a:spLocks noGrp="1"/>
          </p:cNvSpPr>
          <p:nvPr/>
        </p:nvSpPr>
        <p:spPr>
          <a:xfrm>
            <a:off x="4914900" y="3143250"/>
            <a:ext cx="2362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 dirty="0">
                <a:solidFill>
                  <a:srgbClr val="555555"/>
                </a:solidFill>
              </a:rPr>
              <a:t>Condition ID: </a:t>
            </a:r>
            <a:r>
              <a:rPr sz="1200" b="0" dirty="0" err="1">
                <a:solidFill>
                  <a:srgbClr val="555555"/>
                </a:solidFill>
              </a:rPr>
              <a:t>single_user</a:t>
            </a:r>
            <a:r>
              <a:rPr sz="1200" b="0" dirty="0">
                <a:solidFill>
                  <a:srgbClr val="555555"/>
                </a:solidFill>
              </a:rPr>
              <a:t>::&lt;user&gt;. If any one user selects the correct answer, the QA leaks.</a:t>
            </a:r>
          </a:p>
        </p:txBody>
      </p:sp>
    </p:spTree>
    <p:extLst>
      <p:ext uri="{BB962C8B-B14F-4D97-AF65-F5344CB8AC3E}">
        <p14:creationId xmlns:p14="http://schemas.microsoft.com/office/powerpoint/2010/main" val="471809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3F2AB1-A3A5-4AE3-BF01-3279861483E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ATTEMPTS AND OUTPUTS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26B5E7-3A6F-4073-B1B8-CADDFFAC21C5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Retries are feedback-driven and fully traced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17E4379-69C9-4866-92F8-DC63E51456D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51DC9-04B7-4D5F-9EA5-11BECDE8B08C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B2626-CCE8-4334-A24D-6909C9B50213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E5962-A590-499F-B6B0-1ECBEC13A52A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sz="1575" b="0" dirty="0">
                <a:solidFill>
                  <a:srgbClr val="555555"/>
                </a:solidFill>
              </a:rPr>
              <a:t>Each packet can retry up to </a:t>
            </a:r>
            <a:r>
              <a:rPr sz="1575" b="0" dirty="0" err="1">
                <a:solidFill>
                  <a:srgbClr val="555555"/>
                </a:solidFill>
              </a:rPr>
              <a:t>max_attempts</a:t>
            </a:r>
            <a:r>
              <a:rPr lang="en-US" sz="1575" b="0" dirty="0">
                <a:solidFill>
                  <a:srgbClr val="555555"/>
                </a:solidFill>
              </a:rPr>
              <a:t> (3)</a:t>
            </a:r>
            <a:r>
              <a:rPr sz="1575" b="0" dirty="0">
                <a:solidFill>
                  <a:srgbClr val="555555"/>
                </a:solidFill>
              </a:rPr>
              <a:t>. Every stage writes prompt rows and attempt traces for later inspection.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6BBD9-D73D-4752-8998-26E2FC7EF0B2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3238500" cy="2857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763676-6248-46F2-A876-5BE405A0CAA6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Failure sources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591716-F01C-4B59-82F1-2AA55847C4F5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schema validation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reviewer gate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answerability gate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strict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00241D-FC08-4D2B-AAAE-2895F2AFF580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238500" cy="2857500"/>
          </a:xfrm>
          <a:prstGeom prst="rect">
            <a:avLst/>
          </a:prstGeom>
          <a:solidFill>
            <a:srgbClr val="FFE5D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898956-E299-4254-9211-C53078443E13}"/>
              </a:ext>
            </a:extLst>
          </p:cNvPr>
          <p:cNvSpPr>
            <a:spLocks noGrp="1"/>
          </p:cNvSpPr>
          <p:nvPr/>
        </p:nvSpPr>
        <p:spPr>
          <a:xfrm>
            <a:off x="4495800" y="26670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Feedback injection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DB187-8BDA-4778-B4B9-23DC48927225}"/>
              </a:ext>
            </a:extLst>
          </p:cNvPr>
          <p:cNvSpPr>
            <a:spLocks noGrp="1"/>
          </p:cNvSpPr>
          <p:nvPr/>
        </p:nvSpPr>
        <p:spPr>
          <a:xfrm>
            <a:off x="4495800" y="323850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baseline</a:t>
            </a:r>
            <a:r>
              <a:rPr lang="en-US" sz="1350" b="0" dirty="0">
                <a:solidFill>
                  <a:srgbClr val="555555"/>
                </a:solidFill>
              </a:rPr>
              <a:t>/CLIP-guided</a:t>
            </a:r>
            <a:r>
              <a:rPr sz="1350" b="0" dirty="0">
                <a:solidFill>
                  <a:srgbClr val="555555"/>
                </a:solidFill>
              </a:rPr>
              <a:t>: next direct generator prompt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discovery: next relation planner and MCQ prompt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prevents repeating the rejected issue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48A7A1-6184-47E1-AC51-3083895DEDCC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238500" cy="2857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35287A-5EAF-43C8-BCE7-4CEB26876382}"/>
              </a:ext>
            </a:extLst>
          </p:cNvPr>
          <p:cNvSpPr>
            <a:spLocks noGrp="1"/>
          </p:cNvSpPr>
          <p:nvPr/>
        </p:nvSpPr>
        <p:spPr>
          <a:xfrm>
            <a:off x="8210550" y="26670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 dirty="0">
                <a:solidFill>
                  <a:srgbClr val="000000"/>
                </a:solidFill>
              </a:rPr>
              <a:t>Output</a:t>
            </a:r>
            <a:r>
              <a:rPr lang="en-US" sz="1800" b="1" dirty="0">
                <a:solidFill>
                  <a:srgbClr val="000000"/>
                </a:solidFill>
              </a:rPr>
              <a:t>s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AE21B-8624-47C6-9E79-EB21BA720AFA}"/>
              </a:ext>
            </a:extLst>
          </p:cNvPr>
          <p:cNvSpPr>
            <a:spLocks noGrp="1"/>
          </p:cNvSpPr>
          <p:nvPr/>
        </p:nvSpPr>
        <p:spPr>
          <a:xfrm>
            <a:off x="8210550" y="323850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accepted QA JSONL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rejected attempts JSONL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prompts JSONL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intermediate trace JSONL</a:t>
            </a:r>
          </a:p>
        </p:txBody>
      </p:sp>
    </p:spTree>
    <p:extLst>
      <p:ext uri="{BB962C8B-B14F-4D97-AF65-F5344CB8AC3E}">
        <p14:creationId xmlns:p14="http://schemas.microsoft.com/office/powerpoint/2010/main" val="19538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3F2AB1-A3A5-4AE3-BF01-3279861483E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1200" b="1" dirty="0">
                <a:solidFill>
                  <a:srgbClr val="000000"/>
                </a:solidFill>
              </a:rPr>
              <a:t>Actual testing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26B5E7-3A6F-4073-B1B8-CADDFFAC21C5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Experiment and results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17E4379-69C9-4866-92F8-DC63E51456D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51DC9-04B7-4D5F-9EA5-11BECDE8B08C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B2626-CCE8-4334-A24D-6909C9B50213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108D042-A57D-6818-734E-0D8A86B27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917750"/>
              </p:ext>
            </p:extLst>
          </p:nvPr>
        </p:nvGraphicFramePr>
        <p:xfrm>
          <a:off x="1891021" y="1299857"/>
          <a:ext cx="8807192" cy="4786269"/>
        </p:xfrm>
        <a:graphic>
          <a:graphicData uri="http://schemas.openxmlformats.org/drawingml/2006/table">
            <a:tbl>
              <a:tblPr/>
              <a:tblGrid>
                <a:gridCol w="1100899">
                  <a:extLst>
                    <a:ext uri="{9D8B030D-6E8A-4147-A177-3AD203B41FA5}">
                      <a16:colId xmlns:a16="http://schemas.microsoft.com/office/drawing/2014/main" val="1104331715"/>
                    </a:ext>
                  </a:extLst>
                </a:gridCol>
                <a:gridCol w="1100899">
                  <a:extLst>
                    <a:ext uri="{9D8B030D-6E8A-4147-A177-3AD203B41FA5}">
                      <a16:colId xmlns:a16="http://schemas.microsoft.com/office/drawing/2014/main" val="3360614789"/>
                    </a:ext>
                  </a:extLst>
                </a:gridCol>
                <a:gridCol w="1100899">
                  <a:extLst>
                    <a:ext uri="{9D8B030D-6E8A-4147-A177-3AD203B41FA5}">
                      <a16:colId xmlns:a16="http://schemas.microsoft.com/office/drawing/2014/main" val="3061434132"/>
                    </a:ext>
                  </a:extLst>
                </a:gridCol>
                <a:gridCol w="1100899">
                  <a:extLst>
                    <a:ext uri="{9D8B030D-6E8A-4147-A177-3AD203B41FA5}">
                      <a16:colId xmlns:a16="http://schemas.microsoft.com/office/drawing/2014/main" val="1840692097"/>
                    </a:ext>
                  </a:extLst>
                </a:gridCol>
                <a:gridCol w="1100899">
                  <a:extLst>
                    <a:ext uri="{9D8B030D-6E8A-4147-A177-3AD203B41FA5}">
                      <a16:colId xmlns:a16="http://schemas.microsoft.com/office/drawing/2014/main" val="2707528168"/>
                    </a:ext>
                  </a:extLst>
                </a:gridCol>
                <a:gridCol w="1100899">
                  <a:extLst>
                    <a:ext uri="{9D8B030D-6E8A-4147-A177-3AD203B41FA5}">
                      <a16:colId xmlns:a16="http://schemas.microsoft.com/office/drawing/2014/main" val="397321953"/>
                    </a:ext>
                  </a:extLst>
                </a:gridCol>
                <a:gridCol w="1100899">
                  <a:extLst>
                    <a:ext uri="{9D8B030D-6E8A-4147-A177-3AD203B41FA5}">
                      <a16:colId xmlns:a16="http://schemas.microsoft.com/office/drawing/2014/main" val="515787939"/>
                    </a:ext>
                  </a:extLst>
                </a:gridCol>
                <a:gridCol w="1100899">
                  <a:extLst>
                    <a:ext uri="{9D8B030D-6E8A-4147-A177-3AD203B41FA5}">
                      <a16:colId xmlns:a16="http://schemas.microsoft.com/office/drawing/2014/main" val="1509884372"/>
                    </a:ext>
                  </a:extLst>
                </a:gridCol>
              </a:tblGrid>
              <a:tr h="437602">
                <a:tc>
                  <a:txBody>
                    <a:bodyPr/>
                    <a:lstStyle/>
                    <a:p>
                      <a:r>
                        <a:rPr lang="en-US" sz="1000" dirty="0"/>
                        <a:t>Mode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Packets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Accepted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Attempts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Judger Rej.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Answerability Rej.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Single-video Leakage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Multi-video Necessity Blocks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885628"/>
                  </a:ext>
                </a:extLst>
              </a:tr>
              <a:tr h="1265565">
                <a:tc>
                  <a:txBody>
                    <a:bodyPr/>
                    <a:lstStyle/>
                    <a:p>
                      <a:r>
                        <a:rPr lang="en-US" sz="1000"/>
                        <a:t>Baseline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5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15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13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82409"/>
                  </a:ext>
                </a:extLst>
              </a:tr>
              <a:tr h="1403557">
                <a:tc>
                  <a:txBody>
                    <a:bodyPr/>
                    <a:lstStyle/>
                    <a:p>
                      <a:r>
                        <a:rPr lang="en-US" sz="1000"/>
                        <a:t>CLIP-guided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15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9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9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495445"/>
                  </a:ext>
                </a:extLst>
              </a:tr>
              <a:tr h="1679545">
                <a:tc>
                  <a:txBody>
                    <a:bodyPr/>
                    <a:lstStyle/>
                    <a:p>
                      <a:r>
                        <a:rPr lang="en-US" sz="1000"/>
                        <a:t>Discovery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5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13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31305" marR="31305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36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566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3F2AB1-A3A5-4AE3-BF01-3279861483E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1200" b="1" dirty="0">
                <a:solidFill>
                  <a:srgbClr val="000000"/>
                </a:solidFill>
              </a:rPr>
              <a:t>Actual testing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26B5E7-3A6F-4073-B1B8-CADDFFAC21C5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Judger rejections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17E4379-69C9-4866-92F8-DC63E51456D1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51DC9-04B7-4D5F-9EA5-11BECDE8B08C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B2626-CCE8-4334-A24D-6909C9B50213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5A8E82-B88C-2F12-A322-C3294132C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120179"/>
              </p:ext>
            </p:extLst>
          </p:nvPr>
        </p:nvGraphicFramePr>
        <p:xfrm>
          <a:off x="676887" y="1653207"/>
          <a:ext cx="6416006" cy="2926080"/>
        </p:xfrm>
        <a:graphic>
          <a:graphicData uri="http://schemas.openxmlformats.org/drawingml/2006/table">
            <a:tbl>
              <a:tblPr/>
              <a:tblGrid>
                <a:gridCol w="3208003">
                  <a:extLst>
                    <a:ext uri="{9D8B030D-6E8A-4147-A177-3AD203B41FA5}">
                      <a16:colId xmlns:a16="http://schemas.microsoft.com/office/drawing/2014/main" val="2749363545"/>
                    </a:ext>
                  </a:extLst>
                </a:gridCol>
                <a:gridCol w="3208003">
                  <a:extLst>
                    <a:ext uri="{9D8B030D-6E8A-4147-A177-3AD203B41FA5}">
                      <a16:colId xmlns:a16="http://schemas.microsoft.com/office/drawing/2014/main" val="1406510625"/>
                    </a:ext>
                  </a:extLst>
                </a:gridCol>
              </a:tblGrid>
              <a:tr h="361638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19705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r>
                        <a:rPr lang="en-US"/>
                        <a:t>Total judger rejects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795974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r>
                        <a:rPr lang="en-US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78423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r>
                        <a:rPr lang="en-US"/>
                        <a:t>CLIP-guided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408810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r>
                        <a:rPr lang="en-US"/>
                        <a:t>Discovery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079329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r>
                        <a:rPr lang="en-US">
                          <a:highlight>
                            <a:srgbClr val="FFFF00"/>
                          </a:highlight>
                        </a:rPr>
                        <a:t>multi_video_necessity involved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77711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r>
                        <a:rPr lang="en-US"/>
                        <a:t>visual_grounding involved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424505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r>
                        <a:rPr lang="en-US"/>
                        <a:t>human_auditability involved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57569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953A55-7B4F-057C-4E55-52E6882A4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462239"/>
              </p:ext>
            </p:extLst>
          </p:nvPr>
        </p:nvGraphicFramePr>
        <p:xfrm>
          <a:off x="6096000" y="2005964"/>
          <a:ext cx="4558484" cy="2103120"/>
        </p:xfrm>
        <a:graphic>
          <a:graphicData uri="http://schemas.openxmlformats.org/drawingml/2006/table">
            <a:tbl>
              <a:tblPr/>
              <a:tblGrid>
                <a:gridCol w="2279242">
                  <a:extLst>
                    <a:ext uri="{9D8B030D-6E8A-4147-A177-3AD203B41FA5}">
                      <a16:colId xmlns:a16="http://schemas.microsoft.com/office/drawing/2014/main" val="410678555"/>
                    </a:ext>
                  </a:extLst>
                </a:gridCol>
                <a:gridCol w="2279242">
                  <a:extLst>
                    <a:ext uri="{9D8B030D-6E8A-4147-A177-3AD203B41FA5}">
                      <a16:colId xmlns:a16="http://schemas.microsoft.com/office/drawing/2014/main" val="1711573133"/>
                    </a:ext>
                  </a:extLst>
                </a:gridCol>
              </a:tblGrid>
              <a:tr h="548471">
                <a:tc>
                  <a:txBody>
                    <a:bodyPr/>
                    <a:lstStyle/>
                    <a:p>
                      <a:r>
                        <a:rPr lang="en-US" dirty="0"/>
                        <a:t>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Multi-video necessity rejects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188173"/>
                  </a:ext>
                </a:extLst>
              </a:tr>
              <a:tr h="313412">
                <a:tc>
                  <a:txBody>
                    <a:bodyPr/>
                    <a:lstStyle/>
                    <a:p>
                      <a:r>
                        <a:rPr lang="en-US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830470"/>
                  </a:ext>
                </a:extLst>
              </a:tr>
              <a:tr h="313412">
                <a:tc>
                  <a:txBody>
                    <a:bodyPr/>
                    <a:lstStyle/>
                    <a:p>
                      <a:r>
                        <a:rPr lang="en-US"/>
                        <a:t>CLIP-guided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423142"/>
                  </a:ext>
                </a:extLst>
              </a:tr>
              <a:tr h="313412">
                <a:tc>
                  <a:txBody>
                    <a:bodyPr/>
                    <a:lstStyle/>
                    <a:p>
                      <a:r>
                        <a:rPr lang="en-US"/>
                        <a:t>Discovery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49957"/>
                  </a:ext>
                </a:extLst>
              </a:tr>
              <a:tr h="313412">
                <a:tc>
                  <a:txBody>
                    <a:bodyPr/>
                    <a:lstStyle/>
                    <a:p>
                      <a:r>
                        <a:rPr lang="en-US" b="1"/>
                        <a:t>Total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4569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FE4C531-3CA1-EE86-200D-CEE0DE5EEDEC}"/>
              </a:ext>
            </a:extLst>
          </p:cNvPr>
          <p:cNvSpPr txBox="1"/>
          <p:nvPr/>
        </p:nvSpPr>
        <p:spPr>
          <a:xfrm>
            <a:off x="6484690" y="4579287"/>
            <a:ext cx="4011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CLIP hints improve visual specificity, but visual novelty often becomes forced cross-video stitching.</a:t>
            </a:r>
          </a:p>
        </p:txBody>
      </p:sp>
    </p:spTree>
    <p:extLst>
      <p:ext uri="{BB962C8B-B14F-4D97-AF65-F5344CB8AC3E}">
        <p14:creationId xmlns:p14="http://schemas.microsoft.com/office/powerpoint/2010/main" val="3183508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10D1224-4FC7-45C6-BB11-9CD4AE9E6CF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ISSUES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15AEB-F121-472A-8DD0-03B53CB5665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1. Random video-pair sampling is too stochastic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3DA95FF-1B21-45E5-8E93-81916C8BD5BC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F31CA-0F71-44D2-88C6-77C5FCFBA0E0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8A9D8-5644-4949-8F2E-210D6BAC7156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82FDE-5D0A-4D72-839A-0C8EA84DE405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lang="en-US" sz="1575" b="0" dirty="0">
                <a:solidFill>
                  <a:srgbClr val="555555"/>
                </a:solidFill>
              </a:rPr>
              <a:t>The video pairs used for generation are sampled randomly, and will force the generators to generate loosely related questions that fail </a:t>
            </a:r>
            <a:r>
              <a:rPr lang="en-US" sz="1575" b="0" dirty="0" err="1">
                <a:solidFill>
                  <a:srgbClr val="555555"/>
                </a:solidFill>
              </a:rPr>
              <a:t>multi_user_necessity</a:t>
            </a:r>
            <a:r>
              <a:rPr lang="en-US" sz="1575" b="0" dirty="0">
                <a:solidFill>
                  <a:srgbClr val="555555"/>
                </a:solidFill>
              </a:rPr>
              <a:t> / answerability checks</a:t>
            </a:r>
            <a:endParaRPr sz="1575" b="0" dirty="0">
              <a:solidFill>
                <a:srgbClr val="555555"/>
              </a:solidFill>
            </a:endParaRPr>
          </a:p>
        </p:txBody>
      </p:sp>
      <p:pic>
        <p:nvPicPr>
          <p:cNvPr id="27" name="Google Shape;3298;p256">
            <a:extLst>
              <a:ext uri="{FF2B5EF4-FFF2-40B4-BE49-F238E27FC236}">
                <a16:creationId xmlns:a16="http://schemas.microsoft.com/office/drawing/2014/main" id="{72648D80-0E89-ACBC-D1D9-4A90A3BA4E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324" y="2095462"/>
            <a:ext cx="6108324" cy="27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299;p256">
            <a:extLst>
              <a:ext uri="{FF2B5EF4-FFF2-40B4-BE49-F238E27FC236}">
                <a16:creationId xmlns:a16="http://schemas.microsoft.com/office/drawing/2014/main" id="{CAD56E1C-BEC3-F8BC-4B67-DB548AF70B0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095462"/>
            <a:ext cx="6108314" cy="27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EB2C24F-7B88-7B45-E672-93DCAA88503D}"/>
              </a:ext>
            </a:extLst>
          </p:cNvPr>
          <p:cNvSpPr txBox="1"/>
          <p:nvPr/>
        </p:nvSpPr>
        <p:spPr>
          <a:xfrm>
            <a:off x="734037" y="4972086"/>
            <a:ext cx="817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Generated question: “What was Shure doing while I was checking the ov</a:t>
            </a:r>
            <a:r>
              <a:rPr lang="en-US" b="1" dirty="0"/>
              <a:t>en?”</a:t>
            </a:r>
          </a:p>
          <a:p>
            <a:r>
              <a:rPr lang="en-US" sz="1800" b="1" dirty="0"/>
              <a:t>	answer: “Handling a bag and moving around the area”</a:t>
            </a:r>
          </a:p>
        </p:txBody>
      </p:sp>
    </p:spTree>
    <p:extLst>
      <p:ext uri="{BB962C8B-B14F-4D97-AF65-F5344CB8AC3E}">
        <p14:creationId xmlns:p14="http://schemas.microsoft.com/office/powerpoint/2010/main" val="1035871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10D1224-4FC7-45C6-BB11-9CD4AE9E6CF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ISSUES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15AEB-F121-472A-8DD0-03B53CB5665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1. Random video-pair sampling is too stochastic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3DA95FF-1B21-45E5-8E93-81916C8BD5BC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F31CA-0F71-44D2-88C6-77C5FCFBA0E0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8A9D8-5644-4949-8F2E-210D6BAC7156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E2AEFA-8514-4B05-9531-9FC8327277F5}"/>
              </a:ext>
            </a:extLst>
          </p:cNvPr>
          <p:cNvSpPr>
            <a:spLocks noGrp="1"/>
          </p:cNvSpPr>
          <p:nvPr/>
        </p:nvSpPr>
        <p:spPr>
          <a:xfrm>
            <a:off x="1635678" y="4838699"/>
            <a:ext cx="8217191" cy="6476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lang="en-US" dirty="0"/>
              <a:t>We select pairs in a middle similarity band: not so similar that they show redundant evidence, and not so distant that they are likely unrelated.</a:t>
            </a:r>
            <a:endParaRPr sz="1575" b="0" dirty="0">
              <a:solidFill>
                <a:srgbClr val="55555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2A4070-557F-C86E-4A94-13D60DB663ED}"/>
              </a:ext>
            </a:extLst>
          </p:cNvPr>
          <p:cNvSpPr>
            <a:spLocks noGrp="1"/>
          </p:cNvSpPr>
          <p:nvPr/>
        </p:nvSpPr>
        <p:spPr>
          <a:xfrm>
            <a:off x="1257299" y="1371599"/>
            <a:ext cx="8507485" cy="3259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lang="en-US" sz="1950" b="1" dirty="0">
                <a:solidFill>
                  <a:srgbClr val="000000"/>
                </a:solidFill>
              </a:rPr>
              <a:t>Proposed Solution: Group Relative Embedding-Similarity Selection</a:t>
            </a:r>
          </a:p>
          <a:p>
            <a:pPr algn="l">
              <a:defRPr sz="1950" b="1">
                <a:solidFill>
                  <a:srgbClr val="000000"/>
                </a:solidFill>
              </a:defRPr>
            </a:pPr>
            <a:endParaRPr lang="en-US" sz="1950" b="1" dirty="0">
              <a:solidFill>
                <a:srgbClr val="000000"/>
              </a:solidFill>
            </a:endParaRPr>
          </a:p>
          <a:p>
            <a:pPr algn="l">
              <a:defRPr sz="1950" b="1">
                <a:solidFill>
                  <a:srgbClr val="000000"/>
                </a:solidFill>
              </a:defRPr>
            </a:pPr>
            <a:endParaRPr sz="1950" dirty="0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47250-BA0F-4706-D62F-307D40A8FBFB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2667000" cy="1619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413187-D292-00DE-0F4A-7B6200A54B1A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F41C57-4DA1-E775-6FA8-97B597736BA0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4F750D-9347-B9F3-AD41-7AA640AAC46B}"/>
              </a:ext>
            </a:extLst>
          </p:cNvPr>
          <p:cNvSpPr>
            <a:spLocks noGrp="1"/>
          </p:cNvSpPr>
          <p:nvPr/>
        </p:nvSpPr>
        <p:spPr>
          <a:xfrm>
            <a:off x="1257300" y="27051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lang="en-US" sz="1650" b="1" dirty="0" err="1">
                <a:solidFill>
                  <a:srgbClr val="000000"/>
                </a:solidFill>
              </a:rPr>
              <a:t>Retrive</a:t>
            </a:r>
            <a:r>
              <a:rPr lang="en-US" sz="1650" b="1" dirty="0">
                <a:solidFill>
                  <a:srgbClr val="000000"/>
                </a:solidFill>
              </a:rPr>
              <a:t> videos</a:t>
            </a:r>
            <a:endParaRPr sz="1650" b="1" dirty="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BB22FA-3B86-BFB2-F82C-A99CD3C2AD59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362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lang="en-US" sz="1200" b="0" dirty="0">
                <a:solidFill>
                  <a:srgbClr val="555555"/>
                </a:solidFill>
              </a:rPr>
              <a:t>Instead of sampling video pairs, we </a:t>
            </a:r>
            <a:r>
              <a:rPr lang="en-US" sz="1200" b="0" dirty="0" err="1">
                <a:solidFill>
                  <a:srgbClr val="555555"/>
                </a:solidFill>
              </a:rPr>
              <a:t>retrive</a:t>
            </a:r>
            <a:r>
              <a:rPr lang="en-US" sz="1200" b="0" dirty="0">
                <a:solidFill>
                  <a:srgbClr val="555555"/>
                </a:solidFill>
              </a:rPr>
              <a:t> all 6 synchronized videos at the same time</a:t>
            </a: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ABA9C4-7D3A-3286-78F2-7D837C654395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2667000" cy="1619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7F700E-C1C3-1A78-6268-51E7015A0CC4}"/>
              </a:ext>
            </a:extLst>
          </p:cNvPr>
          <p:cNvSpPr>
            <a:spLocks noGrp="1"/>
          </p:cNvSpPr>
          <p:nvPr/>
        </p:nvSpPr>
        <p:spPr>
          <a:xfrm>
            <a:off x="4895850" y="27051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0477A2-1C43-6AF8-3885-8A262168952D}"/>
              </a:ext>
            </a:extLst>
          </p:cNvPr>
          <p:cNvSpPr>
            <a:spLocks noGrp="1"/>
          </p:cNvSpPr>
          <p:nvPr/>
        </p:nvSpPr>
        <p:spPr>
          <a:xfrm>
            <a:off x="4895850" y="27432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A9AE5B-7095-3FA1-9F7A-8625532B0969}"/>
              </a:ext>
            </a:extLst>
          </p:cNvPr>
          <p:cNvSpPr>
            <a:spLocks noGrp="1"/>
          </p:cNvSpPr>
          <p:nvPr/>
        </p:nvSpPr>
        <p:spPr>
          <a:xfrm>
            <a:off x="5295900" y="27051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lang="en-US" sz="1650" b="1" dirty="0">
                <a:solidFill>
                  <a:srgbClr val="000000"/>
                </a:solidFill>
              </a:rPr>
              <a:t>Embed with CLIP</a:t>
            </a:r>
            <a:endParaRPr sz="1650" b="1" dirty="0">
              <a:solidFill>
                <a:srgbClr val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515B93-F4E4-F085-EFA8-A615E4584A1E}"/>
              </a:ext>
            </a:extLst>
          </p:cNvPr>
          <p:cNvSpPr>
            <a:spLocks noGrp="1"/>
          </p:cNvSpPr>
          <p:nvPr/>
        </p:nvSpPr>
        <p:spPr>
          <a:xfrm>
            <a:off x="4914900" y="3124200"/>
            <a:ext cx="2362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lang="en-US" sz="1200" b="0" dirty="0">
                <a:solidFill>
                  <a:srgbClr val="555555"/>
                </a:solidFill>
              </a:rPr>
              <a:t>We find how similar each video is relative to the batch of 6 videos</a:t>
            </a:r>
          </a:p>
          <a:p>
            <a:pPr algn="l">
              <a:defRPr sz="1200" b="0">
                <a:solidFill>
                  <a:srgbClr val="555555"/>
                </a:solidFill>
              </a:defRPr>
            </a:pPr>
            <a:r>
              <a:rPr lang="en-US" sz="1200" dirty="0">
                <a:solidFill>
                  <a:srgbClr val="555555"/>
                </a:solidFill>
              </a:rPr>
              <a:t>-maybe cos sim to group centroid</a:t>
            </a: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74DE31-E347-87A9-E211-1D346A66060B}"/>
              </a:ext>
            </a:extLst>
          </p:cNvPr>
          <p:cNvSpPr>
            <a:spLocks noGrp="1"/>
          </p:cNvSpPr>
          <p:nvPr/>
        </p:nvSpPr>
        <p:spPr>
          <a:xfrm>
            <a:off x="8934450" y="27432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0066389-82E2-BFB4-7E08-49C37B79BFDF}"/>
              </a:ext>
            </a:extLst>
          </p:cNvPr>
          <p:cNvSpPr>
            <a:spLocks noGrp="1"/>
          </p:cNvSpPr>
          <p:nvPr/>
        </p:nvSpPr>
        <p:spPr>
          <a:xfrm>
            <a:off x="3714750" y="3257550"/>
            <a:ext cx="49530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F8C47C3-2D21-D96F-8C3B-BC60FAB0A2E6}"/>
              </a:ext>
            </a:extLst>
          </p:cNvPr>
          <p:cNvSpPr>
            <a:spLocks noGrp="1"/>
          </p:cNvSpPr>
          <p:nvPr/>
        </p:nvSpPr>
        <p:spPr>
          <a:xfrm>
            <a:off x="7753350" y="3257550"/>
            <a:ext cx="495300" cy="190500"/>
          </a:xfrm>
          <a:prstGeom prst="rightArrow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6A155A-86F4-9047-FC79-D17C5594A132}"/>
              </a:ext>
            </a:extLst>
          </p:cNvPr>
          <p:cNvSpPr>
            <a:spLocks noGrp="1"/>
          </p:cNvSpPr>
          <p:nvPr/>
        </p:nvSpPr>
        <p:spPr>
          <a:xfrm>
            <a:off x="8497959" y="2571750"/>
            <a:ext cx="2667000" cy="1619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EA9CCF-2ED4-73C3-B9FE-7BD431894319}"/>
              </a:ext>
            </a:extLst>
          </p:cNvPr>
          <p:cNvSpPr>
            <a:spLocks noGrp="1"/>
          </p:cNvSpPr>
          <p:nvPr/>
        </p:nvSpPr>
        <p:spPr>
          <a:xfrm>
            <a:off x="8631309" y="2705100"/>
            <a:ext cx="304800" cy="30480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9FB0BA-A2BC-8787-CBA7-8FA909EB5D3C}"/>
              </a:ext>
            </a:extLst>
          </p:cNvPr>
          <p:cNvSpPr>
            <a:spLocks noGrp="1"/>
          </p:cNvSpPr>
          <p:nvPr/>
        </p:nvSpPr>
        <p:spPr>
          <a:xfrm>
            <a:off x="8631309" y="2743200"/>
            <a:ext cx="30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6C197F-B72C-3607-1B2B-280CD1F21714}"/>
              </a:ext>
            </a:extLst>
          </p:cNvPr>
          <p:cNvSpPr>
            <a:spLocks noGrp="1"/>
          </p:cNvSpPr>
          <p:nvPr/>
        </p:nvSpPr>
        <p:spPr>
          <a:xfrm>
            <a:off x="9031359" y="27051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</a:defRPr>
            </a:pPr>
            <a:r>
              <a:rPr lang="en-US" sz="1650" b="1" dirty="0">
                <a:solidFill>
                  <a:srgbClr val="000000"/>
                </a:solidFill>
              </a:rPr>
              <a:t>Select middle pair</a:t>
            </a:r>
            <a:endParaRPr sz="1650" b="1" dirty="0">
              <a:solidFill>
                <a:srgbClr val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DA3A72-7747-0726-EFF6-4C124900B93B}"/>
              </a:ext>
            </a:extLst>
          </p:cNvPr>
          <p:cNvSpPr>
            <a:spLocks noGrp="1"/>
          </p:cNvSpPr>
          <p:nvPr/>
        </p:nvSpPr>
        <p:spPr>
          <a:xfrm>
            <a:off x="8650359" y="3124200"/>
            <a:ext cx="23622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lang="en-US" dirty="0"/>
              <a:t>Select pairs in a middle similarity band for generation</a:t>
            </a:r>
            <a:endParaRPr sz="120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851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10D1224-4FC7-45C6-BB11-9CD4AE9E6CF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ISSUES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15AEB-F121-472A-8DD0-03B53CB5665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2. Hefty judger workload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3DA95FF-1B21-45E5-8E93-81916C8BD5BC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F31CA-0F71-44D2-88C6-77C5FCFBA0E0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8A9D8-5644-4949-8F2E-210D6BAC7156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82FDE-5D0A-4D72-839A-0C8EA84DE405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</a:defRPr>
            </a:pPr>
            <a:r>
              <a:rPr lang="en-US" sz="1575" b="0" dirty="0">
                <a:solidFill>
                  <a:srgbClr val="555555"/>
                </a:solidFill>
              </a:rPr>
              <a:t>The judger has to </a:t>
            </a:r>
            <a:r>
              <a:rPr lang="en-US" sz="1575" dirty="0">
                <a:solidFill>
                  <a:srgbClr val="555555"/>
                </a:solidFill>
              </a:rPr>
              <a:t>make decisions for all 9 gates in one inference—Often forget/hallucinate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A06EE8-88DD-24FA-3E09-5CF5FD6B2137}"/>
              </a:ext>
            </a:extLst>
          </p:cNvPr>
          <p:cNvSpPr>
            <a:spLocks noGrp="1"/>
          </p:cNvSpPr>
          <p:nvPr/>
        </p:nvSpPr>
        <p:spPr>
          <a:xfrm>
            <a:off x="571500" y="2158942"/>
            <a:ext cx="3238500" cy="2857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4C4F0E-1A09-AFA7-C745-2CCEE7640E3C}"/>
              </a:ext>
            </a:extLst>
          </p:cNvPr>
          <p:cNvSpPr>
            <a:spLocks noGrp="1"/>
          </p:cNvSpPr>
          <p:nvPr/>
        </p:nvSpPr>
        <p:spPr>
          <a:xfrm>
            <a:off x="781050" y="2444692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en-US" sz="1800" b="1" dirty="0">
                <a:solidFill>
                  <a:srgbClr val="000000"/>
                </a:solidFill>
              </a:rPr>
              <a:t>Failed Judgements / Hallucinations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794A5C-86D6-634B-681A-43AEFFB2E1CD}"/>
              </a:ext>
            </a:extLst>
          </p:cNvPr>
          <p:cNvSpPr>
            <a:spLocks noGrp="1"/>
          </p:cNvSpPr>
          <p:nvPr/>
        </p:nvSpPr>
        <p:spPr>
          <a:xfrm>
            <a:off x="781050" y="3016192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 dirty="0">
                <a:solidFill>
                  <a:srgbClr val="555555"/>
                </a:solidFill>
              </a:rPr>
              <a:t>- </a:t>
            </a:r>
            <a:r>
              <a:rPr lang="en-US" sz="1350" dirty="0">
                <a:solidFill>
                  <a:srgbClr val="555555"/>
                </a:solidFill>
              </a:rPr>
              <a:t>Incorrectly mark some checks as PASS or FAIL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en-US" sz="1350" b="0" dirty="0">
                <a:solidFill>
                  <a:srgbClr val="555555"/>
                </a:solidFill>
              </a:rPr>
              <a:t>- Especially obvious in discovery mode, where it passes the </a:t>
            </a:r>
            <a:r>
              <a:rPr lang="en-US" sz="1350" b="0" dirty="0" err="1">
                <a:solidFill>
                  <a:srgbClr val="555555"/>
                </a:solidFill>
              </a:rPr>
              <a:t>first_person_naturalness</a:t>
            </a:r>
            <a:r>
              <a:rPr lang="en-US" sz="1350" b="0" dirty="0">
                <a:solidFill>
                  <a:srgbClr val="555555"/>
                </a:solidFill>
              </a:rPr>
              <a:t> test constantly while the question was asked in third person</a:t>
            </a: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B1B624-894F-10C9-E41C-5DDA218338FE}"/>
              </a:ext>
            </a:extLst>
          </p:cNvPr>
          <p:cNvSpPr>
            <a:spLocks noGrp="1"/>
          </p:cNvSpPr>
          <p:nvPr/>
        </p:nvSpPr>
        <p:spPr>
          <a:xfrm>
            <a:off x="4286250" y="2158942"/>
            <a:ext cx="3238500" cy="2857500"/>
          </a:xfrm>
          <a:prstGeom prst="rect">
            <a:avLst/>
          </a:prstGeom>
          <a:solidFill>
            <a:srgbClr val="FFE5DA"/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61DBBD-9186-E958-7649-F85E043EB716}"/>
              </a:ext>
            </a:extLst>
          </p:cNvPr>
          <p:cNvSpPr>
            <a:spLocks noGrp="1"/>
          </p:cNvSpPr>
          <p:nvPr/>
        </p:nvSpPr>
        <p:spPr>
          <a:xfrm>
            <a:off x="4495800" y="2444692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en-US" b="1" dirty="0">
                <a:solidFill>
                  <a:srgbClr val="000000"/>
                </a:solidFill>
              </a:rPr>
              <a:t>Redundant / ambiguous checks 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E76C37-5435-FF52-639A-DFB2B924D33F}"/>
              </a:ext>
            </a:extLst>
          </p:cNvPr>
          <p:cNvSpPr>
            <a:spLocks noGrp="1"/>
          </p:cNvSpPr>
          <p:nvPr/>
        </p:nvSpPr>
        <p:spPr>
          <a:xfrm>
            <a:off x="4495800" y="3016542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en-US" sz="1350" b="0" dirty="0">
                <a:solidFill>
                  <a:srgbClr val="555555"/>
                </a:solidFill>
              </a:rPr>
              <a:t>- </a:t>
            </a:r>
            <a:r>
              <a:rPr lang="en-US" sz="1350" b="0" dirty="0" err="1">
                <a:solidFill>
                  <a:srgbClr val="555555"/>
                </a:solidFill>
              </a:rPr>
              <a:t>multi_video_necessity</a:t>
            </a:r>
            <a:r>
              <a:rPr lang="en-US" sz="1350" b="0" dirty="0">
                <a:solidFill>
                  <a:srgbClr val="555555"/>
                </a:solidFill>
              </a:rPr>
              <a:t> largely overlaps with answerability</a:t>
            </a:r>
          </a:p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en-US" sz="1350" dirty="0">
                <a:solidFill>
                  <a:srgbClr val="555555"/>
                </a:solidFill>
              </a:rPr>
              <a:t>- </a:t>
            </a:r>
            <a:r>
              <a:rPr lang="en-US" sz="1350" dirty="0" err="1">
                <a:solidFill>
                  <a:srgbClr val="555555"/>
                </a:solidFill>
              </a:rPr>
              <a:t>question_type_semantics</a:t>
            </a:r>
            <a:r>
              <a:rPr lang="en-US" sz="1350" dirty="0">
                <a:solidFill>
                  <a:srgbClr val="555555"/>
                </a:solidFill>
              </a:rPr>
              <a:t> / </a:t>
            </a:r>
            <a:r>
              <a:rPr lang="en-US" sz="1350" dirty="0" err="1">
                <a:solidFill>
                  <a:srgbClr val="555555"/>
                </a:solidFill>
              </a:rPr>
              <a:t>agent_perspective</a:t>
            </a:r>
            <a:r>
              <a:rPr lang="en-US" sz="1350" dirty="0">
                <a:solidFill>
                  <a:srgbClr val="555555"/>
                </a:solidFill>
              </a:rPr>
              <a:t> / … are vague and </a:t>
            </a:r>
            <a:r>
              <a:rPr lang="en-US" sz="1350" dirty="0" err="1">
                <a:solidFill>
                  <a:srgbClr val="555555"/>
                </a:solidFill>
              </a:rPr>
              <a:t>unecessary</a:t>
            </a:r>
            <a:endParaRPr lang="en-US" sz="1350" b="0" dirty="0">
              <a:solidFill>
                <a:srgbClr val="555555"/>
              </a:solidFill>
            </a:endParaRPr>
          </a:p>
          <a:p>
            <a:pPr algn="l">
              <a:defRPr sz="1350" b="0">
                <a:solidFill>
                  <a:srgbClr val="555555"/>
                </a:solidFill>
              </a:defRPr>
            </a:pPr>
            <a:endParaRPr sz="1350" b="0" dirty="0">
              <a:solidFill>
                <a:srgbClr val="555555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04B5A5-BE31-78A2-5155-BE74F7E65F56}"/>
              </a:ext>
            </a:extLst>
          </p:cNvPr>
          <p:cNvSpPr>
            <a:spLocks noGrp="1"/>
          </p:cNvSpPr>
          <p:nvPr/>
        </p:nvSpPr>
        <p:spPr>
          <a:xfrm>
            <a:off x="8001000" y="2158942"/>
            <a:ext cx="3238500" cy="28575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311E9D-F11C-C60A-20A9-856DCA3B2D3B}"/>
              </a:ext>
            </a:extLst>
          </p:cNvPr>
          <p:cNvSpPr>
            <a:spLocks noGrp="1"/>
          </p:cNvSpPr>
          <p:nvPr/>
        </p:nvSpPr>
        <p:spPr>
          <a:xfrm>
            <a:off x="8210550" y="2444692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en-US" sz="1800" b="1" dirty="0">
                <a:solidFill>
                  <a:srgbClr val="000000"/>
                </a:solidFill>
              </a:rPr>
              <a:t>Weak entity-recognition</a:t>
            </a:r>
            <a:endParaRPr sz="1800" b="1" dirty="0">
              <a:solidFill>
                <a:srgbClr val="00000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A726A3-20B6-2735-DC95-D8C0182FA0B9}"/>
              </a:ext>
            </a:extLst>
          </p:cNvPr>
          <p:cNvSpPr>
            <a:spLocks noGrp="1"/>
          </p:cNvSpPr>
          <p:nvPr/>
        </p:nvSpPr>
        <p:spPr>
          <a:xfrm>
            <a:off x="8210550" y="3016192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lang="en-US" sz="1350" b="0" dirty="0">
                <a:solidFill>
                  <a:srgbClr val="555555"/>
                </a:solidFill>
              </a:rPr>
              <a:t>- Often fails to dismiss cases where the generator ambiguates between different people</a:t>
            </a:r>
            <a:endParaRPr sz="13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130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10D1224-4FC7-45C6-BB11-9CD4AE9E6CF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lang="en-US" sz="1200" b="1" dirty="0">
                <a:solidFill>
                  <a:srgbClr val="555555"/>
                </a:solidFill>
              </a:rPr>
              <a:t>ISSUES</a:t>
            </a:r>
            <a:endParaRPr sz="1200" b="1" dirty="0">
              <a:solidFill>
                <a:srgbClr val="55555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15AEB-F121-472A-8DD0-03B53CB56659}"/>
              </a:ext>
            </a:extLst>
          </p:cNvPr>
          <p:cNvSpPr>
            <a:spLocks noGrp="1"/>
          </p:cNvSpPr>
          <p:nvPr/>
        </p:nvSpPr>
        <p:spPr>
          <a:xfrm>
            <a:off x="400050" y="704850"/>
            <a:ext cx="1009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0000"/>
                </a:solidFill>
              </a:defRPr>
            </a:pPr>
            <a:r>
              <a:rPr lang="en-US" sz="2850" b="1" dirty="0">
                <a:solidFill>
                  <a:srgbClr val="000000"/>
                </a:solidFill>
              </a:rPr>
              <a:t>2. Hefty judger workload</a:t>
            </a:r>
            <a:endParaRPr sz="2850" b="1" dirty="0">
              <a:solidFill>
                <a:srgbClr val="000000"/>
              </a:solidFill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3DA95FF-1B21-45E5-8E93-81916C8BD5BC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F31CA-0F71-44D2-88C6-77C5FCFBA0E0}"/>
              </a:ext>
            </a:extLst>
          </p:cNvPr>
          <p:cNvSpPr>
            <a:spLocks noGrp="1"/>
          </p:cNvSpPr>
          <p:nvPr/>
        </p:nvSpPr>
        <p:spPr>
          <a:xfrm>
            <a:off x="400050" y="6296025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EgoLife two-user QA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8A9D8-5644-4949-8F2E-210D6BAC7156}"/>
              </a:ext>
            </a:extLst>
          </p:cNvPr>
          <p:cNvSpPr>
            <a:spLocks noGrp="1"/>
          </p:cNvSpPr>
          <p:nvPr/>
        </p:nvSpPr>
        <p:spPr>
          <a:xfrm>
            <a:off x="11239500" y="62960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F5B835-A8FC-0D9E-CC8C-9CCF81A0D3C3}"/>
              </a:ext>
            </a:extLst>
          </p:cNvPr>
          <p:cNvSpPr>
            <a:spLocks noGrp="1"/>
          </p:cNvSpPr>
          <p:nvPr/>
        </p:nvSpPr>
        <p:spPr>
          <a:xfrm>
            <a:off x="1194557" y="1193101"/>
            <a:ext cx="8507485" cy="3259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lang="en-US" sz="1950" b="1" dirty="0">
                <a:solidFill>
                  <a:srgbClr val="000000"/>
                </a:solidFill>
              </a:rPr>
              <a:t>Proposed Solution: Gate pruning, multi-judger loop, and possibly judger of judges</a:t>
            </a:r>
          </a:p>
          <a:p>
            <a:pPr algn="l">
              <a:defRPr sz="1950" b="1">
                <a:solidFill>
                  <a:srgbClr val="000000"/>
                </a:solidFill>
              </a:defRPr>
            </a:pPr>
            <a:endParaRPr lang="en-US" sz="1950" b="1" dirty="0">
              <a:solidFill>
                <a:srgbClr val="000000"/>
              </a:solidFill>
            </a:endParaRPr>
          </a:p>
          <a:p>
            <a:pPr algn="l">
              <a:defRPr sz="1950" b="1">
                <a:solidFill>
                  <a:srgbClr val="000000"/>
                </a:solidFill>
              </a:defRPr>
            </a:pPr>
            <a:endParaRPr sz="1950" dirty="0">
              <a:solidFill>
                <a:srgbClr val="000000"/>
              </a:solidFill>
            </a:endParaRPr>
          </a:p>
        </p:txBody>
      </p:sp>
      <p:sp>
        <p:nvSpPr>
          <p:cNvPr id="8" name="Google Shape;3343;p261">
            <a:extLst>
              <a:ext uri="{FF2B5EF4-FFF2-40B4-BE49-F238E27FC236}">
                <a16:creationId xmlns:a16="http://schemas.microsoft.com/office/drawing/2014/main" id="{D4C6E8D2-351F-15C3-57B4-E93B4E686E30}"/>
              </a:ext>
            </a:extLst>
          </p:cNvPr>
          <p:cNvSpPr txBox="1"/>
          <p:nvPr/>
        </p:nvSpPr>
        <p:spPr>
          <a:xfrm>
            <a:off x="1799836" y="1495326"/>
            <a:ext cx="9068101" cy="21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b="1" dirty="0">
                <a:solidFill>
                  <a:schemeClr val="dk1"/>
                </a:solidFill>
              </a:rPr>
              <a:t>Specialized judges – delete unnecessary gates and group into multiple specialized judges</a:t>
            </a:r>
            <a:endParaRPr b="1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e.g. QA structure / co-reference, visual groundings / …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en-US" dirty="0">
                <a:solidFill>
                  <a:schemeClr val="dk1"/>
                </a:solidFill>
              </a:rPr>
              <a:t>Also gives faster inference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dirty="0"/>
              <a:t> </a:t>
            </a:r>
            <a:endParaRPr sz="1200" dirty="0"/>
          </a:p>
        </p:txBody>
      </p:sp>
      <p:sp>
        <p:nvSpPr>
          <p:cNvPr id="9" name="Google Shape;3345;p261">
            <a:extLst>
              <a:ext uri="{FF2B5EF4-FFF2-40B4-BE49-F238E27FC236}">
                <a16:creationId xmlns:a16="http://schemas.microsoft.com/office/drawing/2014/main" id="{96D4B209-2964-16DA-B6B3-0AE191E76937}"/>
              </a:ext>
            </a:extLst>
          </p:cNvPr>
          <p:cNvSpPr/>
          <p:nvPr/>
        </p:nvSpPr>
        <p:spPr>
          <a:xfrm>
            <a:off x="581837" y="3828900"/>
            <a:ext cx="13527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Raw video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evidence packet</a:t>
            </a:r>
            <a:endParaRPr/>
          </a:p>
        </p:txBody>
      </p:sp>
      <p:sp>
        <p:nvSpPr>
          <p:cNvPr id="10" name="Google Shape;3346;p261">
            <a:extLst>
              <a:ext uri="{FF2B5EF4-FFF2-40B4-BE49-F238E27FC236}">
                <a16:creationId xmlns:a16="http://schemas.microsoft.com/office/drawing/2014/main" id="{0CDE52E6-B2F3-FDFF-DBB7-1F4CB59D7466}"/>
              </a:ext>
            </a:extLst>
          </p:cNvPr>
          <p:cNvSpPr/>
          <p:nvPr/>
        </p:nvSpPr>
        <p:spPr>
          <a:xfrm>
            <a:off x="2239187" y="3828900"/>
            <a:ext cx="13527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candidate QA</a:t>
            </a:r>
            <a:endParaRPr/>
          </a:p>
        </p:txBody>
      </p:sp>
      <p:sp>
        <p:nvSpPr>
          <p:cNvPr id="11" name="Google Shape;3347;p261">
            <a:extLst>
              <a:ext uri="{FF2B5EF4-FFF2-40B4-BE49-F238E27FC236}">
                <a16:creationId xmlns:a16="http://schemas.microsoft.com/office/drawing/2014/main" id="{42DEB5B2-5317-8DED-ED20-903F1BEF0867}"/>
              </a:ext>
            </a:extLst>
          </p:cNvPr>
          <p:cNvSpPr/>
          <p:nvPr/>
        </p:nvSpPr>
        <p:spPr>
          <a:xfrm>
            <a:off x="3934637" y="3752700"/>
            <a:ext cx="1124100" cy="819300"/>
          </a:xfrm>
          <a:prstGeom prst="diamond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3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3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OK?</a:t>
            </a:r>
            <a:endParaRPr/>
          </a:p>
        </p:txBody>
      </p:sp>
      <p:sp>
        <p:nvSpPr>
          <p:cNvPr id="12" name="Google Shape;3348;p261">
            <a:extLst>
              <a:ext uri="{FF2B5EF4-FFF2-40B4-BE49-F238E27FC236}">
                <a16:creationId xmlns:a16="http://schemas.microsoft.com/office/drawing/2014/main" id="{BC68E2B9-F69B-0B9D-D538-E1B2F7993346}"/>
              </a:ext>
            </a:extLst>
          </p:cNvPr>
          <p:cNvSpPr/>
          <p:nvPr/>
        </p:nvSpPr>
        <p:spPr>
          <a:xfrm>
            <a:off x="5325287" y="3752700"/>
            <a:ext cx="1238400" cy="819300"/>
          </a:xfrm>
          <a:prstGeom prst="diamond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8" b="1">
                <a:solidFill>
                  <a:srgbClr val="111111"/>
                </a:solidFill>
              </a:rPr>
              <a:t>Multi- </a:t>
            </a:r>
            <a:r>
              <a:rPr lang="en-US" sz="968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Judger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8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PASS?</a:t>
            </a:r>
            <a:endParaRPr/>
          </a:p>
        </p:txBody>
      </p:sp>
      <p:sp>
        <p:nvSpPr>
          <p:cNvPr id="13" name="Google Shape;3349;p261">
            <a:extLst>
              <a:ext uri="{FF2B5EF4-FFF2-40B4-BE49-F238E27FC236}">
                <a16:creationId xmlns:a16="http://schemas.microsoft.com/office/drawing/2014/main" id="{44D78238-8DB5-3947-7A1C-95DD774C643E}"/>
              </a:ext>
            </a:extLst>
          </p:cNvPr>
          <p:cNvSpPr/>
          <p:nvPr/>
        </p:nvSpPr>
        <p:spPr>
          <a:xfrm>
            <a:off x="6944537" y="3752700"/>
            <a:ext cx="1219200" cy="819300"/>
          </a:xfrm>
          <a:prstGeom prst="diamond">
            <a:avLst/>
          </a:prstGeom>
          <a:solidFill>
            <a:srgbClr val="EFF6FF"/>
          </a:solidFill>
          <a:ln w="171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Needs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both?</a:t>
            </a:r>
            <a:endParaRPr/>
          </a:p>
        </p:txBody>
      </p:sp>
      <p:sp>
        <p:nvSpPr>
          <p:cNvPr id="14" name="Google Shape;3350;p261">
            <a:extLst>
              <a:ext uri="{FF2B5EF4-FFF2-40B4-BE49-F238E27FC236}">
                <a16:creationId xmlns:a16="http://schemas.microsoft.com/office/drawing/2014/main" id="{42E2E0ED-3706-15AF-62B0-02769BF1C3AA}"/>
              </a:ext>
            </a:extLst>
          </p:cNvPr>
          <p:cNvSpPr/>
          <p:nvPr/>
        </p:nvSpPr>
        <p:spPr>
          <a:xfrm>
            <a:off x="8601887" y="3828900"/>
            <a:ext cx="1333500" cy="666900"/>
          </a:xfrm>
          <a:prstGeom prst="rect">
            <a:avLst/>
          </a:prstGeom>
          <a:solidFill>
            <a:srgbClr val="EFF6FF"/>
          </a:solidFill>
          <a:ln w="17125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Accepted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QA row</a:t>
            </a:r>
            <a:endParaRPr/>
          </a:p>
        </p:txBody>
      </p:sp>
      <p:sp>
        <p:nvSpPr>
          <p:cNvPr id="15" name="Google Shape;3351;p261">
            <a:extLst>
              <a:ext uri="{FF2B5EF4-FFF2-40B4-BE49-F238E27FC236}">
                <a16:creationId xmlns:a16="http://schemas.microsoft.com/office/drawing/2014/main" id="{AF0154A1-E718-B1F1-5FE6-42F8B3483239}"/>
              </a:ext>
            </a:extLst>
          </p:cNvPr>
          <p:cNvSpPr/>
          <p:nvPr/>
        </p:nvSpPr>
        <p:spPr>
          <a:xfrm>
            <a:off x="10259237" y="3828900"/>
            <a:ext cx="1238400" cy="666900"/>
          </a:xfrm>
          <a:prstGeom prst="rect">
            <a:avLst/>
          </a:prstGeom>
          <a:solidFill>
            <a:srgbClr val="FFFFFF"/>
          </a:solidFill>
          <a:ln w="1712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bundle</a:t>
            </a:r>
            <a:endParaRPr/>
          </a:p>
        </p:txBody>
      </p:sp>
      <p:sp>
        <p:nvSpPr>
          <p:cNvPr id="16" name="Google Shape;3352;p261">
            <a:extLst>
              <a:ext uri="{FF2B5EF4-FFF2-40B4-BE49-F238E27FC236}">
                <a16:creationId xmlns:a16="http://schemas.microsoft.com/office/drawing/2014/main" id="{DDFA5237-8710-7266-04F3-7D367CABA8DE}"/>
              </a:ext>
            </a:extLst>
          </p:cNvPr>
          <p:cNvSpPr/>
          <p:nvPr/>
        </p:nvSpPr>
        <p:spPr>
          <a:xfrm>
            <a:off x="4487087" y="5924400"/>
            <a:ext cx="3143400" cy="590700"/>
          </a:xfrm>
          <a:prstGeom prst="rect">
            <a:avLst/>
          </a:prstGeom>
          <a:solidFill>
            <a:srgbClr val="F9FAFB"/>
          </a:solidFill>
          <a:ln w="17125" cap="flat" cmpd="sng">
            <a:solidFill>
              <a:srgbClr val="6B72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Reject wrapper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+ intermediate log</a:t>
            </a:r>
            <a:endParaRPr/>
          </a:p>
        </p:txBody>
      </p:sp>
      <p:cxnSp>
        <p:nvCxnSpPr>
          <p:cNvPr id="17" name="Google Shape;3353;p261">
            <a:extLst>
              <a:ext uri="{FF2B5EF4-FFF2-40B4-BE49-F238E27FC236}">
                <a16:creationId xmlns:a16="http://schemas.microsoft.com/office/drawing/2014/main" id="{C63CA5AD-C135-DD8D-6E56-DB3E7E10427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934537" y="4162350"/>
            <a:ext cx="3048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8" name="Google Shape;3354;p261">
            <a:extLst>
              <a:ext uri="{FF2B5EF4-FFF2-40B4-BE49-F238E27FC236}">
                <a16:creationId xmlns:a16="http://schemas.microsoft.com/office/drawing/2014/main" id="{0A15F87B-ED76-0772-7578-8CAA5D36FDF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591887" y="4162350"/>
            <a:ext cx="3429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19" name="Google Shape;3355;p261">
            <a:extLst>
              <a:ext uri="{FF2B5EF4-FFF2-40B4-BE49-F238E27FC236}">
                <a16:creationId xmlns:a16="http://schemas.microsoft.com/office/drawing/2014/main" id="{ED1EF222-8C55-1EC0-DC57-C59DBE4848C3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5058737" y="4162350"/>
            <a:ext cx="2667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0" name="Google Shape;3356;p261">
            <a:extLst>
              <a:ext uri="{FF2B5EF4-FFF2-40B4-BE49-F238E27FC236}">
                <a16:creationId xmlns:a16="http://schemas.microsoft.com/office/drawing/2014/main" id="{0C9B4B73-0F29-01A9-9CF1-39C12E2648A4}"/>
              </a:ext>
            </a:extLst>
          </p:cNvPr>
          <p:cNvCxnSpPr>
            <a:stCxn id="44" idx="3"/>
            <a:endCxn id="13" idx="1"/>
          </p:cNvCxnSpPr>
          <p:nvPr/>
        </p:nvCxnSpPr>
        <p:spPr>
          <a:xfrm>
            <a:off x="6554087" y="3051625"/>
            <a:ext cx="390600" cy="111060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1" name="Google Shape;3358;p261">
            <a:extLst>
              <a:ext uri="{FF2B5EF4-FFF2-40B4-BE49-F238E27FC236}">
                <a16:creationId xmlns:a16="http://schemas.microsoft.com/office/drawing/2014/main" id="{41301ED6-237D-BD7B-9D64-0CA7B6BC84E5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8163737" y="4162350"/>
            <a:ext cx="438300" cy="0"/>
          </a:xfrm>
          <a:prstGeom prst="straightConnector1">
            <a:avLst/>
          </a:prstGeom>
          <a:noFill/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2" name="Google Shape;3359;p261">
            <a:extLst>
              <a:ext uri="{FF2B5EF4-FFF2-40B4-BE49-F238E27FC236}">
                <a16:creationId xmlns:a16="http://schemas.microsoft.com/office/drawing/2014/main" id="{ACF48887-7E4C-F140-A2C9-F11EF6927E1D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9935387" y="4162350"/>
            <a:ext cx="324000" cy="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3" name="Google Shape;3360;p261">
            <a:extLst>
              <a:ext uri="{FF2B5EF4-FFF2-40B4-BE49-F238E27FC236}">
                <a16:creationId xmlns:a16="http://schemas.microsoft.com/office/drawing/2014/main" id="{9812C7CE-42B3-52D9-CB98-A07AFF820786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16200000" flipH="1">
            <a:off x="4601537" y="4467150"/>
            <a:ext cx="1352400" cy="1562100"/>
          </a:xfrm>
          <a:prstGeom prst="bentConnector3">
            <a:avLst>
              <a:gd name="adj1" fmla="val 50000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4" name="Google Shape;3361;p261">
            <a:extLst>
              <a:ext uri="{FF2B5EF4-FFF2-40B4-BE49-F238E27FC236}">
                <a16:creationId xmlns:a16="http://schemas.microsoft.com/office/drawing/2014/main" id="{E27DD34C-7011-77D2-8536-C3F159E7016F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rot="5400000">
            <a:off x="6130337" y="4500600"/>
            <a:ext cx="1352400" cy="1495200"/>
          </a:xfrm>
          <a:prstGeom prst="bentConnector3">
            <a:avLst>
              <a:gd name="adj1" fmla="val 50000"/>
            </a:avLst>
          </a:prstGeom>
          <a:noFill/>
          <a:ln w="14275" cap="flat" cmpd="sng">
            <a:solidFill>
              <a:srgbClr val="6B728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25" name="Google Shape;3362;p261">
            <a:extLst>
              <a:ext uri="{FF2B5EF4-FFF2-40B4-BE49-F238E27FC236}">
                <a16:creationId xmlns:a16="http://schemas.microsoft.com/office/drawing/2014/main" id="{BE2BE38D-A280-AB2D-99D2-E49DFB2A1ABE}"/>
              </a:ext>
            </a:extLst>
          </p:cNvPr>
          <p:cNvCxnSpPr>
            <a:stCxn id="16" idx="1"/>
            <a:endCxn id="10" idx="2"/>
          </p:cNvCxnSpPr>
          <p:nvPr/>
        </p:nvCxnSpPr>
        <p:spPr>
          <a:xfrm rot="10800000">
            <a:off x="2915687" y="4495950"/>
            <a:ext cx="1571400" cy="1723800"/>
          </a:xfrm>
          <a:prstGeom prst="bentConnector2">
            <a:avLst/>
          </a:prstGeom>
          <a:noFill/>
          <a:ln w="14275" cap="flat" cmpd="sng">
            <a:solidFill>
              <a:srgbClr val="6B7280"/>
            </a:solidFill>
            <a:prstDash val="dash"/>
            <a:round/>
            <a:headEnd type="none" w="sm" len="sm"/>
            <a:tailEnd type="stealth" w="sm" len="sm"/>
          </a:ln>
        </p:spPr>
      </p:cxnSp>
      <p:sp>
        <p:nvSpPr>
          <p:cNvPr id="36" name="Google Shape;3363;p261">
            <a:extLst>
              <a:ext uri="{FF2B5EF4-FFF2-40B4-BE49-F238E27FC236}">
                <a16:creationId xmlns:a16="http://schemas.microsoft.com/office/drawing/2014/main" id="{BDAE09B9-4EBB-9616-2DDB-B96EDB47769E}"/>
              </a:ext>
            </a:extLst>
          </p:cNvPr>
          <p:cNvSpPr/>
          <p:nvPr/>
        </p:nvSpPr>
        <p:spPr>
          <a:xfrm>
            <a:off x="4976662" y="382892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37" name="Google Shape;3364;p261">
            <a:extLst>
              <a:ext uri="{FF2B5EF4-FFF2-40B4-BE49-F238E27FC236}">
                <a16:creationId xmlns:a16="http://schemas.microsoft.com/office/drawing/2014/main" id="{3DE1C21D-EC1A-1A5F-460A-75B08186E8A7}"/>
              </a:ext>
            </a:extLst>
          </p:cNvPr>
          <p:cNvSpPr/>
          <p:nvPr/>
        </p:nvSpPr>
        <p:spPr>
          <a:xfrm>
            <a:off x="6573062" y="385762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38" name="Google Shape;3365;p261">
            <a:extLst>
              <a:ext uri="{FF2B5EF4-FFF2-40B4-BE49-F238E27FC236}">
                <a16:creationId xmlns:a16="http://schemas.microsoft.com/office/drawing/2014/main" id="{1DAC611F-B188-9A4A-211B-72575445E4F1}"/>
              </a:ext>
            </a:extLst>
          </p:cNvPr>
          <p:cNvSpPr/>
          <p:nvPr/>
        </p:nvSpPr>
        <p:spPr>
          <a:xfrm>
            <a:off x="8220887" y="368602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39" name="Google Shape;3366;p261">
            <a:extLst>
              <a:ext uri="{FF2B5EF4-FFF2-40B4-BE49-F238E27FC236}">
                <a16:creationId xmlns:a16="http://schemas.microsoft.com/office/drawing/2014/main" id="{38FE08BA-CE46-316C-4BF0-C2D7A66A2271}"/>
              </a:ext>
            </a:extLst>
          </p:cNvPr>
          <p:cNvSpPr/>
          <p:nvPr/>
        </p:nvSpPr>
        <p:spPr>
          <a:xfrm>
            <a:off x="4829987" y="513382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40" name="Google Shape;3367;p261">
            <a:extLst>
              <a:ext uri="{FF2B5EF4-FFF2-40B4-BE49-F238E27FC236}">
                <a16:creationId xmlns:a16="http://schemas.microsoft.com/office/drawing/2014/main" id="{84A302BD-19FB-E8C4-B2D1-FBF82B257125}"/>
              </a:ext>
            </a:extLst>
          </p:cNvPr>
          <p:cNvSpPr/>
          <p:nvPr/>
        </p:nvSpPr>
        <p:spPr>
          <a:xfrm>
            <a:off x="6049187" y="513382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41" name="Google Shape;3368;p261">
            <a:extLst>
              <a:ext uri="{FF2B5EF4-FFF2-40B4-BE49-F238E27FC236}">
                <a16:creationId xmlns:a16="http://schemas.microsoft.com/office/drawing/2014/main" id="{1D723362-4ABF-FD59-FF4B-189DC43EE9C3}"/>
              </a:ext>
            </a:extLst>
          </p:cNvPr>
          <p:cNvSpPr/>
          <p:nvPr/>
        </p:nvSpPr>
        <p:spPr>
          <a:xfrm>
            <a:off x="7325537" y="5133825"/>
            <a:ext cx="5145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19050" rIns="38100" bIns="190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cxnSp>
        <p:nvCxnSpPr>
          <p:cNvPr id="42" name="Google Shape;3369;p261">
            <a:extLst>
              <a:ext uri="{FF2B5EF4-FFF2-40B4-BE49-F238E27FC236}">
                <a16:creationId xmlns:a16="http://schemas.microsoft.com/office/drawing/2014/main" id="{C38843A0-E133-1552-660A-9A71BB4CFF86}"/>
              </a:ext>
            </a:extLst>
          </p:cNvPr>
          <p:cNvCxnSpPr>
            <a:stCxn id="12" idx="0"/>
            <a:endCxn id="44" idx="2"/>
          </p:cNvCxnSpPr>
          <p:nvPr/>
        </p:nvCxnSpPr>
        <p:spPr>
          <a:xfrm rot="10800000">
            <a:off x="5944487" y="3461400"/>
            <a:ext cx="0" cy="291300"/>
          </a:xfrm>
          <a:prstGeom prst="straightConnector1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43" name="Google Shape;3370;p261">
            <a:extLst>
              <a:ext uri="{FF2B5EF4-FFF2-40B4-BE49-F238E27FC236}">
                <a16:creationId xmlns:a16="http://schemas.microsoft.com/office/drawing/2014/main" id="{F4746CA4-4418-0A36-6485-327E114D8981}"/>
              </a:ext>
            </a:extLst>
          </p:cNvPr>
          <p:cNvCxnSpPr>
            <a:endCxn id="40" idx="3"/>
          </p:cNvCxnSpPr>
          <p:nvPr/>
        </p:nvCxnSpPr>
        <p:spPr>
          <a:xfrm>
            <a:off x="6560687" y="3051525"/>
            <a:ext cx="3000" cy="2168100"/>
          </a:xfrm>
          <a:prstGeom prst="straightConnector1">
            <a:avLst/>
          </a:prstGeom>
          <a:noFill/>
          <a:ln w="19050" cap="flat" cmpd="sng">
            <a:solidFill>
              <a:srgbClr val="111111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44" name="Google Shape;3357;p261">
            <a:extLst>
              <a:ext uri="{FF2B5EF4-FFF2-40B4-BE49-F238E27FC236}">
                <a16:creationId xmlns:a16="http://schemas.microsoft.com/office/drawing/2014/main" id="{9675FA83-666D-BE12-FCC6-38A7E81976FE}"/>
              </a:ext>
            </a:extLst>
          </p:cNvPr>
          <p:cNvSpPr/>
          <p:nvPr/>
        </p:nvSpPr>
        <p:spPr>
          <a:xfrm>
            <a:off x="5334887" y="2641975"/>
            <a:ext cx="1219200" cy="819300"/>
          </a:xfrm>
          <a:prstGeom prst="diamond">
            <a:avLst/>
          </a:prstGeom>
          <a:solidFill>
            <a:srgbClr val="EFF6FF"/>
          </a:solidFill>
          <a:ln w="171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57150" rIns="76200" bIns="5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1">
                <a:solidFill>
                  <a:srgbClr val="111111"/>
                </a:solidFill>
              </a:rPr>
              <a:t>Judger of Judger pass?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81943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2276</Words>
  <Application>Microsoft Office PowerPoint</Application>
  <DocSecurity>0</DocSecurity>
  <PresentationFormat>Widescreen</PresentationFormat>
  <Paragraphs>439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Haoyang Ma</cp:lastModifiedBy>
  <cp:revision>1</cp:revision>
  <dcterms:created xsi:type="dcterms:W3CDTF">2026-06-29T19:25:30Z</dcterms:created>
  <dcterms:modified xsi:type="dcterms:W3CDTF">2026-06-29T22:15:33Z</dcterms:modified>
</cp:coreProperties>
</file>